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</p:sldIdLst>
  <p:sldSz cx="8890000" cy="6769100"/>
  <p:notesSz cx="8890000" cy="6769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0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>
      <p:cViewPr varScale="1">
        <p:scale>
          <a:sx n="118" d="100"/>
          <a:sy n="118" d="100"/>
        </p:scale>
        <p:origin x="206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1244600" y="3096518"/>
            <a:ext cx="3848472" cy="830997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022851"/>
                </a:solidFill>
                <a:latin typeface="Pulso Light"/>
                <a:cs typeface="Pulso Light"/>
              </a:defRPr>
            </a:lvl1pPr>
          </a:lstStyle>
          <a:p>
            <a:pPr lvl="0"/>
            <a:r>
              <a:rPr lang="es-ES" dirty="0"/>
              <a:t>Texto Principal – Pulso tamaño 20</a:t>
            </a:r>
          </a:p>
          <a:p>
            <a:pPr lvl="0"/>
            <a:r>
              <a:rPr lang="es-ES" dirty="0"/>
              <a:t>Light – Regular - Bold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237F1F48-3C47-056D-9A80-98C1D347D28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40456" y="1452509"/>
            <a:ext cx="3645024" cy="1510309"/>
          </a:xfrm>
          <a:prstGeom prst="rect">
            <a:avLst/>
          </a:prstGeom>
        </p:spPr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+mj-lt"/>
                <a:cs typeface="Pulso Light" pitchFamily="2" charset="0"/>
              </a:defRPr>
            </a:lvl1pPr>
          </a:lstStyle>
          <a:p>
            <a:pPr lvl="0"/>
            <a:r>
              <a:rPr lang="es-ES" dirty="0"/>
              <a:t>Título dos</a:t>
            </a:r>
          </a:p>
          <a:p>
            <a:pPr lvl="0"/>
            <a:r>
              <a:rPr lang="es-ES" dirty="0"/>
              <a:t>Líneas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1A988197-4AC8-B9A4-91DC-D3202921058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068737" y="5256758"/>
            <a:ext cx="720080" cy="29415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500" b="1" i="0">
                <a:solidFill>
                  <a:schemeClr val="bg1"/>
                </a:solidFill>
                <a:latin typeface="Pulso Light" pitchFamily="2" charset="0"/>
                <a:cs typeface="Pulso Light" pitchFamily="2" charset="0"/>
              </a:defRPr>
            </a:lvl1pPr>
          </a:lstStyle>
          <a:p>
            <a:r>
              <a:rPr lang="es-AR" dirty="0"/>
              <a:t>Fecha</a:t>
            </a:r>
            <a:endParaRPr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4B141D9-2F0C-31E5-5345-400702381F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0624" y="972134"/>
            <a:ext cx="2160240" cy="476250"/>
          </a:xfrm>
          <a:prstGeom prst="rect">
            <a:avLst/>
          </a:prstGeom>
        </p:spPr>
        <p:txBody>
          <a:bodyPr/>
          <a:lstStyle>
            <a:lvl1pPr algn="l">
              <a:defRPr sz="1700" b="0">
                <a:solidFill>
                  <a:schemeClr val="bg1"/>
                </a:solidFill>
                <a:latin typeface="Pulso Light" pitchFamily="2" charset="0"/>
              </a:defRPr>
            </a:lvl1pPr>
          </a:lstStyle>
          <a:p>
            <a:pPr lvl="0"/>
            <a:r>
              <a:rPr lang="es-ES" dirty="0"/>
              <a:t>Volanta</a:t>
            </a:r>
            <a:endParaRPr lang="es-AR" dirty="0"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B70B8E5A-E765-3CA5-AB80-99997FD99BA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068735" y="5581989"/>
            <a:ext cx="1152129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400" b="0" i="0">
                <a:solidFill>
                  <a:schemeClr val="bg1"/>
                </a:solidFill>
                <a:latin typeface="+mj-lt"/>
                <a:cs typeface="Pulso Light" pitchFamily="2" charset="0"/>
              </a:defRPr>
            </a:lvl1pPr>
          </a:lstStyle>
          <a:p>
            <a:r>
              <a:rPr lang="es-AR" dirty="0"/>
              <a:t>X h</a:t>
            </a:r>
            <a:endParaRPr dirty="0"/>
          </a:p>
        </p:txBody>
      </p:sp>
      <p:pic>
        <p:nvPicPr>
          <p:cNvPr id="2" name="object 16">
            <a:extLst>
              <a:ext uri="{FF2B5EF4-FFF2-40B4-BE49-F238E27FC236}">
                <a16:creationId xmlns:a16="http://schemas.microsoft.com/office/drawing/2014/main" id="{F17E2D7D-102C-CAA3-4587-6E7351BB6126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719881" y="2160414"/>
            <a:ext cx="3851850" cy="2987069"/>
          </a:xfrm>
          <a:prstGeom prst="rect">
            <a:avLst/>
          </a:prstGeom>
        </p:spPr>
      </p:pic>
      <p:sp>
        <p:nvSpPr>
          <p:cNvPr id="5" name="object 17">
            <a:extLst>
              <a:ext uri="{FF2B5EF4-FFF2-40B4-BE49-F238E27FC236}">
                <a16:creationId xmlns:a16="http://schemas.microsoft.com/office/drawing/2014/main" id="{4757CEF9-1FBB-2566-C0B0-8BB9818807CC}"/>
              </a:ext>
            </a:extLst>
          </p:cNvPr>
          <p:cNvSpPr/>
          <p:nvPr userDrawn="1"/>
        </p:nvSpPr>
        <p:spPr>
          <a:xfrm>
            <a:off x="4632718" y="5425363"/>
            <a:ext cx="475615" cy="391160"/>
          </a:xfrm>
          <a:custGeom>
            <a:avLst/>
            <a:gdLst/>
            <a:ahLst/>
            <a:cxnLst/>
            <a:rect l="l" t="t" r="r" b="b"/>
            <a:pathLst>
              <a:path w="475614" h="391160">
                <a:moveTo>
                  <a:pt x="475449" y="0"/>
                </a:moveTo>
                <a:lnTo>
                  <a:pt x="0" y="0"/>
                </a:lnTo>
                <a:lnTo>
                  <a:pt x="0" y="36830"/>
                </a:lnTo>
                <a:lnTo>
                  <a:pt x="0" y="116840"/>
                </a:lnTo>
                <a:lnTo>
                  <a:pt x="36347" y="116840"/>
                </a:lnTo>
                <a:lnTo>
                  <a:pt x="36347" y="36830"/>
                </a:lnTo>
                <a:lnTo>
                  <a:pt x="439115" y="36830"/>
                </a:lnTo>
                <a:lnTo>
                  <a:pt x="439115" y="116840"/>
                </a:lnTo>
                <a:lnTo>
                  <a:pt x="439115" y="354330"/>
                </a:lnTo>
                <a:lnTo>
                  <a:pt x="286689" y="354330"/>
                </a:lnTo>
                <a:lnTo>
                  <a:pt x="286689" y="391160"/>
                </a:lnTo>
                <a:lnTo>
                  <a:pt x="475449" y="391160"/>
                </a:lnTo>
                <a:lnTo>
                  <a:pt x="475449" y="354330"/>
                </a:lnTo>
                <a:lnTo>
                  <a:pt x="475449" y="116840"/>
                </a:lnTo>
                <a:lnTo>
                  <a:pt x="475449" y="36830"/>
                </a:lnTo>
                <a:lnTo>
                  <a:pt x="4754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18">
            <a:extLst>
              <a:ext uri="{FF2B5EF4-FFF2-40B4-BE49-F238E27FC236}">
                <a16:creationId xmlns:a16="http://schemas.microsoft.com/office/drawing/2014/main" id="{CE743D89-DB3F-3B1B-CCE0-FBFADFA16ACE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32723" y="5589389"/>
            <a:ext cx="227126" cy="227126"/>
          </a:xfrm>
          <a:prstGeom prst="rect">
            <a:avLst/>
          </a:prstGeom>
        </p:spPr>
      </p:pic>
      <p:sp>
        <p:nvSpPr>
          <p:cNvPr id="13" name="object 19">
            <a:extLst>
              <a:ext uri="{FF2B5EF4-FFF2-40B4-BE49-F238E27FC236}">
                <a16:creationId xmlns:a16="http://schemas.microsoft.com/office/drawing/2014/main" id="{C0483191-40D3-3BE0-9DFE-D9CD99346285}"/>
              </a:ext>
            </a:extLst>
          </p:cNvPr>
          <p:cNvSpPr/>
          <p:nvPr userDrawn="1"/>
        </p:nvSpPr>
        <p:spPr>
          <a:xfrm>
            <a:off x="5650252" y="5416467"/>
            <a:ext cx="1831339" cy="409575"/>
          </a:xfrm>
          <a:custGeom>
            <a:avLst/>
            <a:gdLst/>
            <a:ahLst/>
            <a:cxnLst/>
            <a:rect l="l" t="t" r="r" b="b"/>
            <a:pathLst>
              <a:path w="1831340" h="409575">
                <a:moveTo>
                  <a:pt x="1626565" y="0"/>
                </a:moveTo>
                <a:lnTo>
                  <a:pt x="204724" y="0"/>
                </a:lnTo>
                <a:lnTo>
                  <a:pt x="157785" y="5406"/>
                </a:lnTo>
                <a:lnTo>
                  <a:pt x="114696" y="20808"/>
                </a:lnTo>
                <a:lnTo>
                  <a:pt x="76684" y="44974"/>
                </a:lnTo>
                <a:lnTo>
                  <a:pt x="44978" y="76678"/>
                </a:lnTo>
                <a:lnTo>
                  <a:pt x="20810" y="114690"/>
                </a:lnTo>
                <a:lnTo>
                  <a:pt x="5407" y="157781"/>
                </a:lnTo>
                <a:lnTo>
                  <a:pt x="0" y="204723"/>
                </a:lnTo>
                <a:lnTo>
                  <a:pt x="5407" y="251666"/>
                </a:lnTo>
                <a:lnTo>
                  <a:pt x="20810" y="294757"/>
                </a:lnTo>
                <a:lnTo>
                  <a:pt x="44978" y="332769"/>
                </a:lnTo>
                <a:lnTo>
                  <a:pt x="76684" y="364473"/>
                </a:lnTo>
                <a:lnTo>
                  <a:pt x="114696" y="388639"/>
                </a:lnTo>
                <a:lnTo>
                  <a:pt x="157785" y="404041"/>
                </a:lnTo>
                <a:lnTo>
                  <a:pt x="204724" y="409447"/>
                </a:lnTo>
                <a:lnTo>
                  <a:pt x="1626565" y="409447"/>
                </a:lnTo>
                <a:lnTo>
                  <a:pt x="1673507" y="404041"/>
                </a:lnTo>
                <a:lnTo>
                  <a:pt x="1716598" y="388639"/>
                </a:lnTo>
                <a:lnTo>
                  <a:pt x="1754610" y="364473"/>
                </a:lnTo>
                <a:lnTo>
                  <a:pt x="1786314" y="332769"/>
                </a:lnTo>
                <a:lnTo>
                  <a:pt x="1810481" y="294757"/>
                </a:lnTo>
                <a:lnTo>
                  <a:pt x="1825882" y="251666"/>
                </a:lnTo>
                <a:lnTo>
                  <a:pt x="1831289" y="204723"/>
                </a:lnTo>
                <a:lnTo>
                  <a:pt x="1825882" y="157781"/>
                </a:lnTo>
                <a:lnTo>
                  <a:pt x="1810481" y="114690"/>
                </a:lnTo>
                <a:lnTo>
                  <a:pt x="1786314" y="76678"/>
                </a:lnTo>
                <a:lnTo>
                  <a:pt x="1754610" y="44974"/>
                </a:lnTo>
                <a:lnTo>
                  <a:pt x="1716598" y="20808"/>
                </a:lnTo>
                <a:lnTo>
                  <a:pt x="1673507" y="5406"/>
                </a:lnTo>
                <a:lnTo>
                  <a:pt x="16265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0">
            <a:extLst>
              <a:ext uri="{FF2B5EF4-FFF2-40B4-BE49-F238E27FC236}">
                <a16:creationId xmlns:a16="http://schemas.microsoft.com/office/drawing/2014/main" id="{36590261-981D-0150-6500-04B40471D614}"/>
              </a:ext>
            </a:extLst>
          </p:cNvPr>
          <p:cNvSpPr/>
          <p:nvPr userDrawn="1"/>
        </p:nvSpPr>
        <p:spPr>
          <a:xfrm>
            <a:off x="7120826" y="5469489"/>
            <a:ext cx="303530" cy="303530"/>
          </a:xfrm>
          <a:custGeom>
            <a:avLst/>
            <a:gdLst/>
            <a:ahLst/>
            <a:cxnLst/>
            <a:rect l="l" t="t" r="r" b="b"/>
            <a:pathLst>
              <a:path w="303529" h="303529">
                <a:moveTo>
                  <a:pt x="151752" y="0"/>
                </a:moveTo>
                <a:lnTo>
                  <a:pt x="103788" y="7736"/>
                </a:lnTo>
                <a:lnTo>
                  <a:pt x="62130" y="29281"/>
                </a:lnTo>
                <a:lnTo>
                  <a:pt x="29280" y="62133"/>
                </a:lnTo>
                <a:lnTo>
                  <a:pt x="7736" y="103794"/>
                </a:lnTo>
                <a:lnTo>
                  <a:pt x="0" y="151765"/>
                </a:lnTo>
                <a:lnTo>
                  <a:pt x="7736" y="199735"/>
                </a:lnTo>
                <a:lnTo>
                  <a:pt x="29280" y="241396"/>
                </a:lnTo>
                <a:lnTo>
                  <a:pt x="62130" y="274248"/>
                </a:lnTo>
                <a:lnTo>
                  <a:pt x="103788" y="295793"/>
                </a:lnTo>
                <a:lnTo>
                  <a:pt x="151752" y="303530"/>
                </a:lnTo>
                <a:lnTo>
                  <a:pt x="199722" y="295793"/>
                </a:lnTo>
                <a:lnTo>
                  <a:pt x="241383" y="274248"/>
                </a:lnTo>
                <a:lnTo>
                  <a:pt x="274236" y="241396"/>
                </a:lnTo>
                <a:lnTo>
                  <a:pt x="295780" y="199735"/>
                </a:lnTo>
                <a:lnTo>
                  <a:pt x="303517" y="151765"/>
                </a:lnTo>
                <a:lnTo>
                  <a:pt x="295780" y="103794"/>
                </a:lnTo>
                <a:lnTo>
                  <a:pt x="274236" y="62133"/>
                </a:lnTo>
                <a:lnTo>
                  <a:pt x="241383" y="29281"/>
                </a:lnTo>
                <a:lnTo>
                  <a:pt x="199722" y="7736"/>
                </a:lnTo>
                <a:lnTo>
                  <a:pt x="151752" y="0"/>
                </a:lnTo>
                <a:close/>
              </a:path>
            </a:pathLst>
          </a:custGeom>
          <a:solidFill>
            <a:srgbClr val="3D0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Holder 3">
            <a:extLst>
              <a:ext uri="{FF2B5EF4-FFF2-40B4-BE49-F238E27FC236}">
                <a16:creationId xmlns:a16="http://schemas.microsoft.com/office/drawing/2014/main" id="{F8DEE206-29BB-2392-3624-2DA1632235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525120" y="5513629"/>
            <a:ext cx="1831338" cy="2146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500" b="1" i="0">
                <a:solidFill>
                  <a:srgbClr val="3D01E6"/>
                </a:solidFill>
                <a:latin typeface="+mj-lt"/>
                <a:cs typeface="Pulso Light" pitchFamily="2" charset="0"/>
              </a:defRPr>
            </a:lvl1pPr>
          </a:lstStyle>
          <a:p>
            <a:r>
              <a:rPr lang="es-AR" dirty="0"/>
              <a:t>Texto Botón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5238762" y="2801180"/>
            <a:ext cx="3531235" cy="3780154"/>
          </a:xfrm>
          <a:custGeom>
            <a:avLst/>
            <a:gdLst/>
            <a:ahLst/>
            <a:cxnLst/>
            <a:rect l="l" t="t" r="r" b="b"/>
            <a:pathLst>
              <a:path w="3531234" h="3780154">
                <a:moveTo>
                  <a:pt x="3530993" y="0"/>
                </a:moveTo>
                <a:lnTo>
                  <a:pt x="3458954" y="2960"/>
                </a:lnTo>
                <a:lnTo>
                  <a:pt x="3411277" y="5747"/>
                </a:lnTo>
                <a:lnTo>
                  <a:pt x="3363766" y="9143"/>
                </a:lnTo>
                <a:lnTo>
                  <a:pt x="3316423" y="13144"/>
                </a:lnTo>
                <a:lnTo>
                  <a:pt x="3269253" y="17747"/>
                </a:lnTo>
                <a:lnTo>
                  <a:pt x="3222261" y="22946"/>
                </a:lnTo>
                <a:lnTo>
                  <a:pt x="3175448" y="28739"/>
                </a:lnTo>
                <a:lnTo>
                  <a:pt x="3128820" y="35121"/>
                </a:lnTo>
                <a:lnTo>
                  <a:pt x="3082380" y="42089"/>
                </a:lnTo>
                <a:lnTo>
                  <a:pt x="3036133" y="49639"/>
                </a:lnTo>
                <a:lnTo>
                  <a:pt x="2990081" y="57767"/>
                </a:lnTo>
                <a:lnTo>
                  <a:pt x="2944229" y="66469"/>
                </a:lnTo>
                <a:lnTo>
                  <a:pt x="2898581" y="75741"/>
                </a:lnTo>
                <a:lnTo>
                  <a:pt x="2853141" y="85580"/>
                </a:lnTo>
                <a:lnTo>
                  <a:pt x="2807912" y="95981"/>
                </a:lnTo>
                <a:lnTo>
                  <a:pt x="2762898" y="106941"/>
                </a:lnTo>
                <a:lnTo>
                  <a:pt x="2718104" y="118455"/>
                </a:lnTo>
                <a:lnTo>
                  <a:pt x="2673532" y="130521"/>
                </a:lnTo>
                <a:lnTo>
                  <a:pt x="2629187" y="143133"/>
                </a:lnTo>
                <a:lnTo>
                  <a:pt x="2585073" y="156289"/>
                </a:lnTo>
                <a:lnTo>
                  <a:pt x="2541194" y="169984"/>
                </a:lnTo>
                <a:lnTo>
                  <a:pt x="2497552" y="184215"/>
                </a:lnTo>
                <a:lnTo>
                  <a:pt x="2454154" y="198978"/>
                </a:lnTo>
                <a:lnTo>
                  <a:pt x="2411001" y="214268"/>
                </a:lnTo>
                <a:lnTo>
                  <a:pt x="2368098" y="230082"/>
                </a:lnTo>
                <a:lnTo>
                  <a:pt x="2325450" y="246416"/>
                </a:lnTo>
                <a:lnTo>
                  <a:pt x="2283059" y="263267"/>
                </a:lnTo>
                <a:lnTo>
                  <a:pt x="2240929" y="280629"/>
                </a:lnTo>
                <a:lnTo>
                  <a:pt x="2199065" y="298501"/>
                </a:lnTo>
                <a:lnTo>
                  <a:pt x="2157470" y="316877"/>
                </a:lnTo>
                <a:lnTo>
                  <a:pt x="2116149" y="335754"/>
                </a:lnTo>
                <a:lnTo>
                  <a:pt x="2075104" y="355127"/>
                </a:lnTo>
                <a:lnTo>
                  <a:pt x="2034341" y="374994"/>
                </a:lnTo>
                <a:lnTo>
                  <a:pt x="1993862" y="395350"/>
                </a:lnTo>
                <a:lnTo>
                  <a:pt x="1953671" y="416192"/>
                </a:lnTo>
                <a:lnTo>
                  <a:pt x="1913773" y="437515"/>
                </a:lnTo>
                <a:lnTo>
                  <a:pt x="1874172" y="459315"/>
                </a:lnTo>
                <a:lnTo>
                  <a:pt x="1834870" y="481589"/>
                </a:lnTo>
                <a:lnTo>
                  <a:pt x="1795873" y="504334"/>
                </a:lnTo>
                <a:lnTo>
                  <a:pt x="1757183" y="527544"/>
                </a:lnTo>
                <a:lnTo>
                  <a:pt x="1718806" y="551217"/>
                </a:lnTo>
                <a:lnTo>
                  <a:pt x="1680743" y="575347"/>
                </a:lnTo>
                <a:lnTo>
                  <a:pt x="1643001" y="599933"/>
                </a:lnTo>
                <a:lnTo>
                  <a:pt x="1605581" y="624969"/>
                </a:lnTo>
                <a:lnTo>
                  <a:pt x="1568489" y="650452"/>
                </a:lnTo>
                <a:lnTo>
                  <a:pt x="1531728" y="676377"/>
                </a:lnTo>
                <a:lnTo>
                  <a:pt x="1495301" y="702742"/>
                </a:lnTo>
                <a:lnTo>
                  <a:pt x="1459214" y="729542"/>
                </a:lnTo>
                <a:lnTo>
                  <a:pt x="1423469" y="756774"/>
                </a:lnTo>
                <a:lnTo>
                  <a:pt x="1388070" y="784432"/>
                </a:lnTo>
                <a:lnTo>
                  <a:pt x="1353022" y="812515"/>
                </a:lnTo>
                <a:lnTo>
                  <a:pt x="1318328" y="841017"/>
                </a:lnTo>
                <a:lnTo>
                  <a:pt x="1283992" y="869935"/>
                </a:lnTo>
                <a:lnTo>
                  <a:pt x="1250018" y="899266"/>
                </a:lnTo>
                <a:lnTo>
                  <a:pt x="1216410" y="929004"/>
                </a:lnTo>
                <a:lnTo>
                  <a:pt x="1183171" y="959147"/>
                </a:lnTo>
                <a:lnTo>
                  <a:pt x="1150306" y="989690"/>
                </a:lnTo>
                <a:lnTo>
                  <a:pt x="1117818" y="1020630"/>
                </a:lnTo>
                <a:lnTo>
                  <a:pt x="1085711" y="1051962"/>
                </a:lnTo>
                <a:lnTo>
                  <a:pt x="1053990" y="1083684"/>
                </a:lnTo>
                <a:lnTo>
                  <a:pt x="1022657" y="1115790"/>
                </a:lnTo>
                <a:lnTo>
                  <a:pt x="991717" y="1148278"/>
                </a:lnTo>
                <a:lnTo>
                  <a:pt x="961173" y="1181143"/>
                </a:lnTo>
                <a:lnTo>
                  <a:pt x="931031" y="1214382"/>
                </a:lnTo>
                <a:lnTo>
                  <a:pt x="901292" y="1247990"/>
                </a:lnTo>
                <a:lnTo>
                  <a:pt x="871962" y="1281964"/>
                </a:lnTo>
                <a:lnTo>
                  <a:pt x="843043" y="1316300"/>
                </a:lnTo>
                <a:lnTo>
                  <a:pt x="814541" y="1350994"/>
                </a:lnTo>
                <a:lnTo>
                  <a:pt x="786458" y="1386042"/>
                </a:lnTo>
                <a:lnTo>
                  <a:pt x="758799" y="1421440"/>
                </a:lnTo>
                <a:lnTo>
                  <a:pt x="731568" y="1457185"/>
                </a:lnTo>
                <a:lnTo>
                  <a:pt x="704768" y="1493272"/>
                </a:lnTo>
                <a:lnTo>
                  <a:pt x="678403" y="1529699"/>
                </a:lnTo>
                <a:lnTo>
                  <a:pt x="652477" y="1566460"/>
                </a:lnTo>
                <a:lnTo>
                  <a:pt x="626994" y="1603552"/>
                </a:lnTo>
                <a:lnTo>
                  <a:pt x="601958" y="1640971"/>
                </a:lnTo>
                <a:lnTo>
                  <a:pt x="577372" y="1678714"/>
                </a:lnTo>
                <a:lnTo>
                  <a:pt x="553241" y="1716776"/>
                </a:lnTo>
                <a:lnTo>
                  <a:pt x="529568" y="1755153"/>
                </a:lnTo>
                <a:lnTo>
                  <a:pt x="506358" y="1793843"/>
                </a:lnTo>
                <a:lnTo>
                  <a:pt x="483614" y="1832840"/>
                </a:lnTo>
                <a:lnTo>
                  <a:pt x="461339" y="1872141"/>
                </a:lnTo>
                <a:lnTo>
                  <a:pt x="439538" y="1911743"/>
                </a:lnTo>
                <a:lnTo>
                  <a:pt x="418215" y="1951641"/>
                </a:lnTo>
                <a:lnTo>
                  <a:pt x="397374" y="1991831"/>
                </a:lnTo>
                <a:lnTo>
                  <a:pt x="377018" y="2032310"/>
                </a:lnTo>
                <a:lnTo>
                  <a:pt x="357151" y="2073073"/>
                </a:lnTo>
                <a:lnTo>
                  <a:pt x="337777" y="2114118"/>
                </a:lnTo>
                <a:lnTo>
                  <a:pt x="318900" y="2155439"/>
                </a:lnTo>
                <a:lnTo>
                  <a:pt x="300524" y="2197034"/>
                </a:lnTo>
                <a:lnTo>
                  <a:pt x="282652" y="2238898"/>
                </a:lnTo>
                <a:lnTo>
                  <a:pt x="265289" y="2281027"/>
                </a:lnTo>
                <a:lnTo>
                  <a:pt x="248439" y="2323418"/>
                </a:lnTo>
                <a:lnTo>
                  <a:pt x="232104" y="2366066"/>
                </a:lnTo>
                <a:lnTo>
                  <a:pt x="216290" y="2408969"/>
                </a:lnTo>
                <a:lnTo>
                  <a:pt x="201000" y="2452122"/>
                </a:lnTo>
                <a:lnTo>
                  <a:pt x="186237" y="2495520"/>
                </a:lnTo>
                <a:lnTo>
                  <a:pt x="172006" y="2539161"/>
                </a:lnTo>
                <a:lnTo>
                  <a:pt x="158311" y="2583041"/>
                </a:lnTo>
                <a:lnTo>
                  <a:pt x="145155" y="2627155"/>
                </a:lnTo>
                <a:lnTo>
                  <a:pt x="132542" y="2671499"/>
                </a:lnTo>
                <a:lnTo>
                  <a:pt x="120477" y="2716071"/>
                </a:lnTo>
                <a:lnTo>
                  <a:pt x="108962" y="2760865"/>
                </a:lnTo>
                <a:lnTo>
                  <a:pt x="98002" y="2805879"/>
                </a:lnTo>
                <a:lnTo>
                  <a:pt x="87601" y="2851108"/>
                </a:lnTo>
                <a:lnTo>
                  <a:pt x="77763" y="2896548"/>
                </a:lnTo>
                <a:lnTo>
                  <a:pt x="68490" y="2942196"/>
                </a:lnTo>
                <a:lnTo>
                  <a:pt x="59788" y="2988048"/>
                </a:lnTo>
                <a:lnTo>
                  <a:pt x="51660" y="3034100"/>
                </a:lnTo>
                <a:lnTo>
                  <a:pt x="44110" y="3080347"/>
                </a:lnTo>
                <a:lnTo>
                  <a:pt x="37142" y="3126787"/>
                </a:lnTo>
                <a:lnTo>
                  <a:pt x="30760" y="3173415"/>
                </a:lnTo>
                <a:lnTo>
                  <a:pt x="24967" y="3220227"/>
                </a:lnTo>
                <a:lnTo>
                  <a:pt x="19768" y="3267220"/>
                </a:lnTo>
                <a:lnTo>
                  <a:pt x="15165" y="3314390"/>
                </a:lnTo>
                <a:lnTo>
                  <a:pt x="11164" y="3361732"/>
                </a:lnTo>
                <a:lnTo>
                  <a:pt x="7768" y="3409244"/>
                </a:lnTo>
                <a:lnTo>
                  <a:pt x="4981" y="3456920"/>
                </a:lnTo>
                <a:lnTo>
                  <a:pt x="2806" y="3504758"/>
                </a:lnTo>
                <a:lnTo>
                  <a:pt x="1253" y="3552608"/>
                </a:lnTo>
                <a:lnTo>
                  <a:pt x="310" y="3600902"/>
                </a:lnTo>
                <a:lnTo>
                  <a:pt x="0" y="3649201"/>
                </a:lnTo>
                <a:lnTo>
                  <a:pt x="289" y="3694221"/>
                </a:lnTo>
                <a:lnTo>
                  <a:pt x="313" y="3697622"/>
                </a:lnTo>
                <a:lnTo>
                  <a:pt x="1248" y="3745649"/>
                </a:lnTo>
                <a:lnTo>
                  <a:pt x="2365" y="3780073"/>
                </a:lnTo>
                <a:lnTo>
                  <a:pt x="1449620" y="3780073"/>
                </a:lnTo>
                <a:lnTo>
                  <a:pt x="1447752" y="3745795"/>
                </a:lnTo>
                <a:lnTo>
                  <a:pt x="1446178" y="3697622"/>
                </a:lnTo>
                <a:lnTo>
                  <a:pt x="1445651" y="3649201"/>
                </a:lnTo>
                <a:lnTo>
                  <a:pt x="1446177" y="3600902"/>
                </a:lnTo>
                <a:lnTo>
                  <a:pt x="1447748" y="3552753"/>
                </a:lnTo>
                <a:lnTo>
                  <a:pt x="1450360" y="3504758"/>
                </a:lnTo>
                <a:lnTo>
                  <a:pt x="1453999" y="3457047"/>
                </a:lnTo>
                <a:lnTo>
                  <a:pt x="1458650" y="3409682"/>
                </a:lnTo>
                <a:lnTo>
                  <a:pt x="1464304" y="3362607"/>
                </a:lnTo>
                <a:lnTo>
                  <a:pt x="1470950" y="3315835"/>
                </a:lnTo>
                <a:lnTo>
                  <a:pt x="1478578" y="3269375"/>
                </a:lnTo>
                <a:lnTo>
                  <a:pt x="1487176" y="3223239"/>
                </a:lnTo>
                <a:lnTo>
                  <a:pt x="1496734" y="3177438"/>
                </a:lnTo>
                <a:lnTo>
                  <a:pt x="1507241" y="3131983"/>
                </a:lnTo>
                <a:lnTo>
                  <a:pt x="1518685" y="3086885"/>
                </a:lnTo>
                <a:lnTo>
                  <a:pt x="1531056" y="3042154"/>
                </a:lnTo>
                <a:lnTo>
                  <a:pt x="1544343" y="2997802"/>
                </a:lnTo>
                <a:lnTo>
                  <a:pt x="1558534" y="2953839"/>
                </a:lnTo>
                <a:lnTo>
                  <a:pt x="1573619" y="2910278"/>
                </a:lnTo>
                <a:lnTo>
                  <a:pt x="1589588" y="2867127"/>
                </a:lnTo>
                <a:lnTo>
                  <a:pt x="1606428" y="2824400"/>
                </a:lnTo>
                <a:lnTo>
                  <a:pt x="1624128" y="2782105"/>
                </a:lnTo>
                <a:lnTo>
                  <a:pt x="1642679" y="2740256"/>
                </a:lnTo>
                <a:lnTo>
                  <a:pt x="1662069" y="2698861"/>
                </a:lnTo>
                <a:lnTo>
                  <a:pt x="1682287" y="2657933"/>
                </a:lnTo>
                <a:lnTo>
                  <a:pt x="1703322" y="2617483"/>
                </a:lnTo>
                <a:lnTo>
                  <a:pt x="1725163" y="2577520"/>
                </a:lnTo>
                <a:lnTo>
                  <a:pt x="1747800" y="2538057"/>
                </a:lnTo>
                <a:lnTo>
                  <a:pt x="1771220" y="2499104"/>
                </a:lnTo>
                <a:lnTo>
                  <a:pt x="1795414" y="2460672"/>
                </a:lnTo>
                <a:lnTo>
                  <a:pt x="1820370" y="2422772"/>
                </a:lnTo>
                <a:lnTo>
                  <a:pt x="1846077" y="2385416"/>
                </a:lnTo>
                <a:lnTo>
                  <a:pt x="1872525" y="2348613"/>
                </a:lnTo>
                <a:lnTo>
                  <a:pt x="1899702" y="2312375"/>
                </a:lnTo>
                <a:lnTo>
                  <a:pt x="1927598" y="2276714"/>
                </a:lnTo>
                <a:lnTo>
                  <a:pt x="1956201" y="2241639"/>
                </a:lnTo>
                <a:lnTo>
                  <a:pt x="1985500" y="2207162"/>
                </a:lnTo>
                <a:lnTo>
                  <a:pt x="2015486" y="2173294"/>
                </a:lnTo>
                <a:lnTo>
                  <a:pt x="2046145" y="2140046"/>
                </a:lnTo>
                <a:lnTo>
                  <a:pt x="2077469" y="2107429"/>
                </a:lnTo>
                <a:lnTo>
                  <a:pt x="2109445" y="2075453"/>
                </a:lnTo>
                <a:lnTo>
                  <a:pt x="2142063" y="2044130"/>
                </a:lnTo>
                <a:lnTo>
                  <a:pt x="2175311" y="2013470"/>
                </a:lnTo>
                <a:lnTo>
                  <a:pt x="2209180" y="1983486"/>
                </a:lnTo>
                <a:lnTo>
                  <a:pt x="2243657" y="1954186"/>
                </a:lnTo>
                <a:lnTo>
                  <a:pt x="2278732" y="1925584"/>
                </a:lnTo>
                <a:lnTo>
                  <a:pt x="2314394" y="1897688"/>
                </a:lnTo>
                <a:lnTo>
                  <a:pt x="2350632" y="1870512"/>
                </a:lnTo>
                <a:lnTo>
                  <a:pt x="2387435" y="1844064"/>
                </a:lnTo>
                <a:lnTo>
                  <a:pt x="2424792" y="1818357"/>
                </a:lnTo>
                <a:lnTo>
                  <a:pt x="2462693" y="1793401"/>
                </a:lnTo>
                <a:lnTo>
                  <a:pt x="2501125" y="1769208"/>
                </a:lnTo>
                <a:lnTo>
                  <a:pt x="2540078" y="1745788"/>
                </a:lnTo>
                <a:lnTo>
                  <a:pt x="2579542" y="1723152"/>
                </a:lnTo>
                <a:lnTo>
                  <a:pt x="2619505" y="1701311"/>
                </a:lnTo>
                <a:lnTo>
                  <a:pt x="2659956" y="1680276"/>
                </a:lnTo>
                <a:lnTo>
                  <a:pt x="2700884" y="1660058"/>
                </a:lnTo>
                <a:lnTo>
                  <a:pt x="2742279" y="1640669"/>
                </a:lnTo>
                <a:lnTo>
                  <a:pt x="2784130" y="1622118"/>
                </a:lnTo>
                <a:lnTo>
                  <a:pt x="2826424" y="1604417"/>
                </a:lnTo>
                <a:lnTo>
                  <a:pt x="2869152" y="1587578"/>
                </a:lnTo>
                <a:lnTo>
                  <a:pt x="2912303" y="1571610"/>
                </a:lnTo>
                <a:lnTo>
                  <a:pt x="2955865" y="1556525"/>
                </a:lnTo>
                <a:lnTo>
                  <a:pt x="2999828" y="1542333"/>
                </a:lnTo>
                <a:lnTo>
                  <a:pt x="3044181" y="1529047"/>
                </a:lnTo>
                <a:lnTo>
                  <a:pt x="3088912" y="1516676"/>
                </a:lnTo>
                <a:lnTo>
                  <a:pt x="3134011" y="1505232"/>
                </a:lnTo>
                <a:lnTo>
                  <a:pt x="3179467" y="1494726"/>
                </a:lnTo>
                <a:lnTo>
                  <a:pt x="3225268" y="1485168"/>
                </a:lnTo>
                <a:lnTo>
                  <a:pt x="3271404" y="1476569"/>
                </a:lnTo>
                <a:lnTo>
                  <a:pt x="3317865" y="1468942"/>
                </a:lnTo>
                <a:lnTo>
                  <a:pt x="3364638" y="1462295"/>
                </a:lnTo>
                <a:lnTo>
                  <a:pt x="3411713" y="1456642"/>
                </a:lnTo>
                <a:lnTo>
                  <a:pt x="3459079" y="1451991"/>
                </a:lnTo>
                <a:lnTo>
                  <a:pt x="3506725" y="1448355"/>
                </a:lnTo>
                <a:lnTo>
                  <a:pt x="3530993" y="1447033"/>
                </a:lnTo>
                <a:lnTo>
                  <a:pt x="3530993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243" y="155054"/>
            <a:ext cx="3303904" cy="6426200"/>
          </a:xfrm>
          <a:custGeom>
            <a:avLst/>
            <a:gdLst/>
            <a:ahLst/>
            <a:cxnLst/>
            <a:rect l="l" t="t" r="r" b="b"/>
            <a:pathLst>
              <a:path w="3303904" h="6426200">
                <a:moveTo>
                  <a:pt x="732024" y="0"/>
                </a:moveTo>
                <a:lnTo>
                  <a:pt x="99606" y="0"/>
                </a:lnTo>
                <a:lnTo>
                  <a:pt x="60832" y="12700"/>
                </a:lnTo>
                <a:lnTo>
                  <a:pt x="29171" y="25400"/>
                </a:lnTo>
                <a:lnTo>
                  <a:pt x="7826" y="50800"/>
                </a:lnTo>
                <a:lnTo>
                  <a:pt x="0" y="88900"/>
                </a:lnTo>
                <a:lnTo>
                  <a:pt x="0" y="1308100"/>
                </a:lnTo>
                <a:lnTo>
                  <a:pt x="32206" y="1320800"/>
                </a:lnTo>
                <a:lnTo>
                  <a:pt x="78342" y="1320800"/>
                </a:lnTo>
                <a:lnTo>
                  <a:pt x="391307" y="1409700"/>
                </a:lnTo>
                <a:lnTo>
                  <a:pt x="434458" y="1435100"/>
                </a:lnTo>
                <a:lnTo>
                  <a:pt x="519481" y="1460500"/>
                </a:lnTo>
                <a:lnTo>
                  <a:pt x="561331" y="1485900"/>
                </a:lnTo>
                <a:lnTo>
                  <a:pt x="602726" y="1498600"/>
                </a:lnTo>
                <a:lnTo>
                  <a:pt x="643655" y="1524000"/>
                </a:lnTo>
                <a:lnTo>
                  <a:pt x="684106" y="1536700"/>
                </a:lnTo>
                <a:lnTo>
                  <a:pt x="763532" y="1587500"/>
                </a:lnTo>
                <a:lnTo>
                  <a:pt x="840918" y="1638300"/>
                </a:lnTo>
                <a:lnTo>
                  <a:pt x="916175" y="1689100"/>
                </a:lnTo>
                <a:lnTo>
                  <a:pt x="952978" y="1714500"/>
                </a:lnTo>
                <a:lnTo>
                  <a:pt x="989216" y="1739900"/>
                </a:lnTo>
                <a:lnTo>
                  <a:pt x="1024878" y="1765300"/>
                </a:lnTo>
                <a:lnTo>
                  <a:pt x="1059954" y="1790700"/>
                </a:lnTo>
                <a:lnTo>
                  <a:pt x="1094431" y="1828800"/>
                </a:lnTo>
                <a:lnTo>
                  <a:pt x="1128299" y="1854200"/>
                </a:lnTo>
                <a:lnTo>
                  <a:pt x="1161548" y="1879600"/>
                </a:lnTo>
                <a:lnTo>
                  <a:pt x="1194166" y="1917700"/>
                </a:lnTo>
                <a:lnTo>
                  <a:pt x="1226142" y="1943100"/>
                </a:lnTo>
                <a:lnTo>
                  <a:pt x="1257465" y="1981200"/>
                </a:lnTo>
                <a:lnTo>
                  <a:pt x="1288125" y="2019300"/>
                </a:lnTo>
                <a:lnTo>
                  <a:pt x="1318110" y="2044700"/>
                </a:lnTo>
                <a:lnTo>
                  <a:pt x="1347410" y="2082800"/>
                </a:lnTo>
                <a:lnTo>
                  <a:pt x="1376013" y="2120900"/>
                </a:lnTo>
                <a:lnTo>
                  <a:pt x="1403908" y="2159000"/>
                </a:lnTo>
                <a:lnTo>
                  <a:pt x="1431086" y="2184400"/>
                </a:lnTo>
                <a:lnTo>
                  <a:pt x="1457533" y="2222500"/>
                </a:lnTo>
                <a:lnTo>
                  <a:pt x="1483241" y="2260600"/>
                </a:lnTo>
                <a:lnTo>
                  <a:pt x="1508197" y="2298700"/>
                </a:lnTo>
                <a:lnTo>
                  <a:pt x="1532390" y="2336800"/>
                </a:lnTo>
                <a:lnTo>
                  <a:pt x="1555811" y="2374900"/>
                </a:lnTo>
                <a:lnTo>
                  <a:pt x="1578447" y="2413000"/>
                </a:lnTo>
                <a:lnTo>
                  <a:pt x="1600288" y="2463800"/>
                </a:lnTo>
                <a:lnTo>
                  <a:pt x="1621323" y="2501900"/>
                </a:lnTo>
                <a:lnTo>
                  <a:pt x="1641541" y="2540000"/>
                </a:lnTo>
                <a:lnTo>
                  <a:pt x="1660931" y="2578100"/>
                </a:lnTo>
                <a:lnTo>
                  <a:pt x="1679482" y="2628900"/>
                </a:lnTo>
                <a:lnTo>
                  <a:pt x="1697183" y="2667000"/>
                </a:lnTo>
                <a:lnTo>
                  <a:pt x="1714023" y="2705100"/>
                </a:lnTo>
                <a:lnTo>
                  <a:pt x="1729991" y="2755900"/>
                </a:lnTo>
                <a:lnTo>
                  <a:pt x="1745076" y="2794000"/>
                </a:lnTo>
                <a:lnTo>
                  <a:pt x="1759268" y="2844800"/>
                </a:lnTo>
                <a:lnTo>
                  <a:pt x="1772554" y="2882900"/>
                </a:lnTo>
                <a:lnTo>
                  <a:pt x="1784925" y="2933700"/>
                </a:lnTo>
                <a:lnTo>
                  <a:pt x="1796370" y="2971800"/>
                </a:lnTo>
                <a:lnTo>
                  <a:pt x="1806876" y="3022600"/>
                </a:lnTo>
                <a:lnTo>
                  <a:pt x="1816434" y="3060700"/>
                </a:lnTo>
                <a:lnTo>
                  <a:pt x="1825032" y="3111500"/>
                </a:lnTo>
                <a:lnTo>
                  <a:pt x="1832660" y="3162300"/>
                </a:lnTo>
                <a:lnTo>
                  <a:pt x="1839307" y="3200400"/>
                </a:lnTo>
                <a:lnTo>
                  <a:pt x="1844961" y="3251200"/>
                </a:lnTo>
                <a:lnTo>
                  <a:pt x="1849611" y="3302000"/>
                </a:lnTo>
                <a:lnTo>
                  <a:pt x="1853247" y="3340100"/>
                </a:lnTo>
                <a:lnTo>
                  <a:pt x="1855858" y="3390900"/>
                </a:lnTo>
                <a:lnTo>
                  <a:pt x="1857433" y="3441700"/>
                </a:lnTo>
                <a:lnTo>
                  <a:pt x="1857960" y="3492500"/>
                </a:lnTo>
                <a:lnTo>
                  <a:pt x="1857433" y="3543300"/>
                </a:lnTo>
                <a:lnTo>
                  <a:pt x="1855858" y="3581400"/>
                </a:lnTo>
                <a:lnTo>
                  <a:pt x="1853247" y="3632200"/>
                </a:lnTo>
                <a:lnTo>
                  <a:pt x="1849611" y="3683000"/>
                </a:lnTo>
                <a:lnTo>
                  <a:pt x="1844961" y="3733800"/>
                </a:lnTo>
                <a:lnTo>
                  <a:pt x="1839307" y="3771900"/>
                </a:lnTo>
                <a:lnTo>
                  <a:pt x="1832660" y="3822700"/>
                </a:lnTo>
                <a:lnTo>
                  <a:pt x="1825032" y="3873500"/>
                </a:lnTo>
                <a:lnTo>
                  <a:pt x="1816434" y="3911600"/>
                </a:lnTo>
                <a:lnTo>
                  <a:pt x="1806876" y="3962400"/>
                </a:lnTo>
                <a:lnTo>
                  <a:pt x="1796370" y="4013200"/>
                </a:lnTo>
                <a:lnTo>
                  <a:pt x="1784925" y="4051300"/>
                </a:lnTo>
                <a:lnTo>
                  <a:pt x="1772554" y="4102100"/>
                </a:lnTo>
                <a:lnTo>
                  <a:pt x="1759268" y="4140200"/>
                </a:lnTo>
                <a:lnTo>
                  <a:pt x="1745076" y="4191000"/>
                </a:lnTo>
                <a:lnTo>
                  <a:pt x="1729991" y="4229100"/>
                </a:lnTo>
                <a:lnTo>
                  <a:pt x="1714023" y="4267200"/>
                </a:lnTo>
                <a:lnTo>
                  <a:pt x="1697183" y="4318000"/>
                </a:lnTo>
                <a:lnTo>
                  <a:pt x="1679482" y="4356100"/>
                </a:lnTo>
                <a:lnTo>
                  <a:pt x="1660931" y="4394200"/>
                </a:lnTo>
                <a:lnTo>
                  <a:pt x="1641541" y="4445000"/>
                </a:lnTo>
                <a:lnTo>
                  <a:pt x="1621323" y="4483100"/>
                </a:lnTo>
                <a:lnTo>
                  <a:pt x="1600288" y="4521200"/>
                </a:lnTo>
                <a:lnTo>
                  <a:pt x="1578447" y="4559300"/>
                </a:lnTo>
                <a:lnTo>
                  <a:pt x="1555811" y="4597400"/>
                </a:lnTo>
                <a:lnTo>
                  <a:pt x="1532390" y="4635500"/>
                </a:lnTo>
                <a:lnTo>
                  <a:pt x="1508197" y="4673600"/>
                </a:lnTo>
                <a:lnTo>
                  <a:pt x="1483241" y="4711700"/>
                </a:lnTo>
                <a:lnTo>
                  <a:pt x="1457533" y="4749800"/>
                </a:lnTo>
                <a:lnTo>
                  <a:pt x="1431086" y="4787900"/>
                </a:lnTo>
                <a:lnTo>
                  <a:pt x="1403908" y="4826000"/>
                </a:lnTo>
                <a:lnTo>
                  <a:pt x="1376013" y="4864100"/>
                </a:lnTo>
                <a:lnTo>
                  <a:pt x="1347410" y="4902200"/>
                </a:lnTo>
                <a:lnTo>
                  <a:pt x="1318110" y="4927600"/>
                </a:lnTo>
                <a:lnTo>
                  <a:pt x="1288125" y="4965700"/>
                </a:lnTo>
                <a:lnTo>
                  <a:pt x="1257465" y="5003800"/>
                </a:lnTo>
                <a:lnTo>
                  <a:pt x="1226142" y="5029200"/>
                </a:lnTo>
                <a:lnTo>
                  <a:pt x="1194166" y="5067300"/>
                </a:lnTo>
                <a:lnTo>
                  <a:pt x="1161548" y="5092700"/>
                </a:lnTo>
                <a:lnTo>
                  <a:pt x="1128299" y="5130800"/>
                </a:lnTo>
                <a:lnTo>
                  <a:pt x="1094431" y="5156200"/>
                </a:lnTo>
                <a:lnTo>
                  <a:pt x="1059954" y="5181600"/>
                </a:lnTo>
                <a:lnTo>
                  <a:pt x="1024878" y="5219700"/>
                </a:lnTo>
                <a:lnTo>
                  <a:pt x="989216" y="5245100"/>
                </a:lnTo>
                <a:lnTo>
                  <a:pt x="952978" y="5270500"/>
                </a:lnTo>
                <a:lnTo>
                  <a:pt x="916175" y="5295900"/>
                </a:lnTo>
                <a:lnTo>
                  <a:pt x="840918" y="5346700"/>
                </a:lnTo>
                <a:lnTo>
                  <a:pt x="763532" y="5397500"/>
                </a:lnTo>
                <a:lnTo>
                  <a:pt x="724069" y="5410200"/>
                </a:lnTo>
                <a:lnTo>
                  <a:pt x="643655" y="5461000"/>
                </a:lnTo>
                <a:lnTo>
                  <a:pt x="602726" y="5473700"/>
                </a:lnTo>
                <a:lnTo>
                  <a:pt x="561331" y="5499100"/>
                </a:lnTo>
                <a:lnTo>
                  <a:pt x="519481" y="5511800"/>
                </a:lnTo>
                <a:lnTo>
                  <a:pt x="477186" y="5537200"/>
                </a:lnTo>
                <a:lnTo>
                  <a:pt x="391307" y="5562600"/>
                </a:lnTo>
                <a:lnTo>
                  <a:pt x="347745" y="5588000"/>
                </a:lnTo>
                <a:lnTo>
                  <a:pt x="169600" y="5638800"/>
                </a:lnTo>
                <a:lnTo>
                  <a:pt x="124144" y="5638800"/>
                </a:lnTo>
                <a:lnTo>
                  <a:pt x="32206" y="5664200"/>
                </a:lnTo>
                <a:lnTo>
                  <a:pt x="0" y="5664200"/>
                </a:lnTo>
                <a:lnTo>
                  <a:pt x="0" y="6350000"/>
                </a:lnTo>
                <a:lnTo>
                  <a:pt x="7826" y="6375400"/>
                </a:lnTo>
                <a:lnTo>
                  <a:pt x="29171" y="6413500"/>
                </a:lnTo>
                <a:lnTo>
                  <a:pt x="60832" y="6426200"/>
                </a:lnTo>
                <a:lnTo>
                  <a:pt x="1814126" y="6426200"/>
                </a:lnTo>
                <a:lnTo>
                  <a:pt x="1844407" y="6413500"/>
                </a:lnTo>
                <a:lnTo>
                  <a:pt x="1880152" y="6388100"/>
                </a:lnTo>
                <a:lnTo>
                  <a:pt x="1915550" y="6350000"/>
                </a:lnTo>
                <a:lnTo>
                  <a:pt x="1985293" y="6299200"/>
                </a:lnTo>
                <a:lnTo>
                  <a:pt x="2019629" y="6273800"/>
                </a:lnTo>
                <a:lnTo>
                  <a:pt x="2053603" y="6235700"/>
                </a:lnTo>
                <a:lnTo>
                  <a:pt x="2120450" y="6184900"/>
                </a:lnTo>
                <a:lnTo>
                  <a:pt x="2153316" y="6146800"/>
                </a:lnTo>
                <a:lnTo>
                  <a:pt x="2185804" y="6121400"/>
                </a:lnTo>
                <a:lnTo>
                  <a:pt x="2217910" y="6083300"/>
                </a:lnTo>
                <a:lnTo>
                  <a:pt x="2249632" y="6057900"/>
                </a:lnTo>
                <a:lnTo>
                  <a:pt x="2280965" y="6019800"/>
                </a:lnTo>
                <a:lnTo>
                  <a:pt x="2311905" y="5994400"/>
                </a:lnTo>
                <a:lnTo>
                  <a:pt x="2342449" y="5956300"/>
                </a:lnTo>
                <a:lnTo>
                  <a:pt x="2372591" y="5930900"/>
                </a:lnTo>
                <a:lnTo>
                  <a:pt x="2402330" y="5892800"/>
                </a:lnTo>
                <a:lnTo>
                  <a:pt x="2431661" y="5854700"/>
                </a:lnTo>
                <a:lnTo>
                  <a:pt x="2460579" y="5829300"/>
                </a:lnTo>
                <a:lnTo>
                  <a:pt x="2489081" y="5791200"/>
                </a:lnTo>
                <a:lnTo>
                  <a:pt x="2517164" y="5753100"/>
                </a:lnTo>
                <a:lnTo>
                  <a:pt x="2544823" y="5715000"/>
                </a:lnTo>
                <a:lnTo>
                  <a:pt x="2572055" y="5676900"/>
                </a:lnTo>
                <a:lnTo>
                  <a:pt x="2598855" y="5651500"/>
                </a:lnTo>
                <a:lnTo>
                  <a:pt x="2625220" y="5613400"/>
                </a:lnTo>
                <a:lnTo>
                  <a:pt x="2651146" y="5575300"/>
                </a:lnTo>
                <a:lnTo>
                  <a:pt x="2676629" y="5537200"/>
                </a:lnTo>
                <a:lnTo>
                  <a:pt x="2701665" y="5499100"/>
                </a:lnTo>
                <a:lnTo>
                  <a:pt x="2726251" y="5461000"/>
                </a:lnTo>
                <a:lnTo>
                  <a:pt x="2750382" y="5422900"/>
                </a:lnTo>
                <a:lnTo>
                  <a:pt x="2774054" y="5384800"/>
                </a:lnTo>
                <a:lnTo>
                  <a:pt x="2797265" y="5346700"/>
                </a:lnTo>
                <a:lnTo>
                  <a:pt x="2820009" y="5308600"/>
                </a:lnTo>
                <a:lnTo>
                  <a:pt x="2842284" y="5270500"/>
                </a:lnTo>
                <a:lnTo>
                  <a:pt x="2864085" y="5232400"/>
                </a:lnTo>
                <a:lnTo>
                  <a:pt x="2885408" y="5194300"/>
                </a:lnTo>
                <a:lnTo>
                  <a:pt x="2906249" y="5143500"/>
                </a:lnTo>
                <a:lnTo>
                  <a:pt x="2926605" y="5105400"/>
                </a:lnTo>
                <a:lnTo>
                  <a:pt x="2946472" y="5067300"/>
                </a:lnTo>
                <a:lnTo>
                  <a:pt x="2965846" y="5029200"/>
                </a:lnTo>
                <a:lnTo>
                  <a:pt x="2984723" y="4978400"/>
                </a:lnTo>
                <a:lnTo>
                  <a:pt x="3003099" y="4940300"/>
                </a:lnTo>
                <a:lnTo>
                  <a:pt x="3020971" y="4902200"/>
                </a:lnTo>
                <a:lnTo>
                  <a:pt x="3038334" y="4864100"/>
                </a:lnTo>
                <a:lnTo>
                  <a:pt x="3055184" y="4813300"/>
                </a:lnTo>
                <a:lnTo>
                  <a:pt x="3071519" y="4775200"/>
                </a:lnTo>
                <a:lnTo>
                  <a:pt x="3087333" y="4724400"/>
                </a:lnTo>
                <a:lnTo>
                  <a:pt x="3102623" y="4686300"/>
                </a:lnTo>
                <a:lnTo>
                  <a:pt x="3117386" y="4648200"/>
                </a:lnTo>
                <a:lnTo>
                  <a:pt x="3131617" y="4597400"/>
                </a:lnTo>
                <a:lnTo>
                  <a:pt x="3145312" y="4559300"/>
                </a:lnTo>
                <a:lnTo>
                  <a:pt x="3158468" y="4508500"/>
                </a:lnTo>
                <a:lnTo>
                  <a:pt x="3171081" y="4470400"/>
                </a:lnTo>
                <a:lnTo>
                  <a:pt x="3183146" y="4419600"/>
                </a:lnTo>
                <a:lnTo>
                  <a:pt x="3194661" y="4381500"/>
                </a:lnTo>
                <a:lnTo>
                  <a:pt x="3205621" y="4330700"/>
                </a:lnTo>
                <a:lnTo>
                  <a:pt x="3216022" y="4292600"/>
                </a:lnTo>
                <a:lnTo>
                  <a:pt x="3225861" y="4241800"/>
                </a:lnTo>
                <a:lnTo>
                  <a:pt x="3235133" y="4203700"/>
                </a:lnTo>
                <a:lnTo>
                  <a:pt x="3243835" y="4152900"/>
                </a:lnTo>
                <a:lnTo>
                  <a:pt x="3251963" y="4102100"/>
                </a:lnTo>
                <a:lnTo>
                  <a:pt x="3259513" y="4064000"/>
                </a:lnTo>
                <a:lnTo>
                  <a:pt x="3266481" y="4013200"/>
                </a:lnTo>
                <a:lnTo>
                  <a:pt x="3272863" y="3962400"/>
                </a:lnTo>
                <a:lnTo>
                  <a:pt x="3278656" y="3924300"/>
                </a:lnTo>
                <a:lnTo>
                  <a:pt x="3283856" y="3873500"/>
                </a:lnTo>
                <a:lnTo>
                  <a:pt x="3288458" y="3822700"/>
                </a:lnTo>
                <a:lnTo>
                  <a:pt x="3292459" y="3771900"/>
                </a:lnTo>
                <a:lnTo>
                  <a:pt x="3295855" y="3733800"/>
                </a:lnTo>
                <a:lnTo>
                  <a:pt x="3298643" y="3683000"/>
                </a:lnTo>
                <a:lnTo>
                  <a:pt x="3300817" y="3632200"/>
                </a:lnTo>
                <a:lnTo>
                  <a:pt x="3302375" y="3581400"/>
                </a:lnTo>
                <a:lnTo>
                  <a:pt x="3303313" y="3543300"/>
                </a:lnTo>
                <a:lnTo>
                  <a:pt x="3303625" y="3492500"/>
                </a:lnTo>
                <a:lnTo>
                  <a:pt x="3303313" y="3441700"/>
                </a:lnTo>
                <a:lnTo>
                  <a:pt x="3302375" y="3390900"/>
                </a:lnTo>
                <a:lnTo>
                  <a:pt x="3300817" y="3340100"/>
                </a:lnTo>
                <a:lnTo>
                  <a:pt x="3298643" y="3302000"/>
                </a:lnTo>
                <a:lnTo>
                  <a:pt x="3295855" y="3251200"/>
                </a:lnTo>
                <a:lnTo>
                  <a:pt x="3292459" y="3200400"/>
                </a:lnTo>
                <a:lnTo>
                  <a:pt x="3288458" y="3149600"/>
                </a:lnTo>
                <a:lnTo>
                  <a:pt x="3283856" y="3111500"/>
                </a:lnTo>
                <a:lnTo>
                  <a:pt x="3278656" y="3060700"/>
                </a:lnTo>
                <a:lnTo>
                  <a:pt x="3272863" y="3009900"/>
                </a:lnTo>
                <a:lnTo>
                  <a:pt x="3266481" y="2971800"/>
                </a:lnTo>
                <a:lnTo>
                  <a:pt x="3259513" y="2921000"/>
                </a:lnTo>
                <a:lnTo>
                  <a:pt x="3251963" y="2870200"/>
                </a:lnTo>
                <a:lnTo>
                  <a:pt x="3243835" y="2832100"/>
                </a:lnTo>
                <a:lnTo>
                  <a:pt x="3235133" y="2781300"/>
                </a:lnTo>
                <a:lnTo>
                  <a:pt x="3225861" y="2743200"/>
                </a:lnTo>
                <a:lnTo>
                  <a:pt x="3216022" y="2692400"/>
                </a:lnTo>
                <a:lnTo>
                  <a:pt x="3205621" y="2641600"/>
                </a:lnTo>
                <a:lnTo>
                  <a:pt x="3194661" y="2603500"/>
                </a:lnTo>
                <a:lnTo>
                  <a:pt x="3183146" y="2552700"/>
                </a:lnTo>
                <a:lnTo>
                  <a:pt x="3171081" y="2514600"/>
                </a:lnTo>
                <a:lnTo>
                  <a:pt x="3158468" y="2463800"/>
                </a:lnTo>
                <a:lnTo>
                  <a:pt x="3145312" y="2425700"/>
                </a:lnTo>
                <a:lnTo>
                  <a:pt x="3131617" y="2374900"/>
                </a:lnTo>
                <a:lnTo>
                  <a:pt x="3117386" y="2336800"/>
                </a:lnTo>
                <a:lnTo>
                  <a:pt x="3102623" y="2298700"/>
                </a:lnTo>
                <a:lnTo>
                  <a:pt x="3087333" y="2247900"/>
                </a:lnTo>
                <a:lnTo>
                  <a:pt x="3071519" y="2209800"/>
                </a:lnTo>
                <a:lnTo>
                  <a:pt x="3055184" y="2159000"/>
                </a:lnTo>
                <a:lnTo>
                  <a:pt x="3038334" y="2120900"/>
                </a:lnTo>
                <a:lnTo>
                  <a:pt x="3020971" y="2082800"/>
                </a:lnTo>
                <a:lnTo>
                  <a:pt x="3003099" y="2032000"/>
                </a:lnTo>
                <a:lnTo>
                  <a:pt x="2984723" y="1993900"/>
                </a:lnTo>
                <a:lnTo>
                  <a:pt x="2965846" y="1955800"/>
                </a:lnTo>
                <a:lnTo>
                  <a:pt x="2946472" y="1917700"/>
                </a:lnTo>
                <a:lnTo>
                  <a:pt x="2926605" y="1879600"/>
                </a:lnTo>
                <a:lnTo>
                  <a:pt x="2906249" y="1828800"/>
                </a:lnTo>
                <a:lnTo>
                  <a:pt x="2885408" y="1790700"/>
                </a:lnTo>
                <a:lnTo>
                  <a:pt x="2864085" y="1752600"/>
                </a:lnTo>
                <a:lnTo>
                  <a:pt x="2842284" y="1714500"/>
                </a:lnTo>
                <a:lnTo>
                  <a:pt x="2820009" y="1676400"/>
                </a:lnTo>
                <a:lnTo>
                  <a:pt x="2797265" y="1638300"/>
                </a:lnTo>
                <a:lnTo>
                  <a:pt x="2774054" y="1600200"/>
                </a:lnTo>
                <a:lnTo>
                  <a:pt x="2750382" y="1562100"/>
                </a:lnTo>
                <a:lnTo>
                  <a:pt x="2726251" y="1524000"/>
                </a:lnTo>
                <a:lnTo>
                  <a:pt x="2701665" y="1485900"/>
                </a:lnTo>
                <a:lnTo>
                  <a:pt x="2676629" y="1447800"/>
                </a:lnTo>
                <a:lnTo>
                  <a:pt x="2651146" y="1409700"/>
                </a:lnTo>
                <a:lnTo>
                  <a:pt x="2625220" y="1371600"/>
                </a:lnTo>
                <a:lnTo>
                  <a:pt x="2598855" y="1333500"/>
                </a:lnTo>
                <a:lnTo>
                  <a:pt x="2572055" y="1295400"/>
                </a:lnTo>
                <a:lnTo>
                  <a:pt x="2544823" y="1257300"/>
                </a:lnTo>
                <a:lnTo>
                  <a:pt x="2517164" y="1231900"/>
                </a:lnTo>
                <a:lnTo>
                  <a:pt x="2489081" y="1193800"/>
                </a:lnTo>
                <a:lnTo>
                  <a:pt x="2460579" y="1155700"/>
                </a:lnTo>
                <a:lnTo>
                  <a:pt x="2431661" y="1117600"/>
                </a:lnTo>
                <a:lnTo>
                  <a:pt x="2402330" y="1092200"/>
                </a:lnTo>
                <a:lnTo>
                  <a:pt x="2372591" y="1054100"/>
                </a:lnTo>
                <a:lnTo>
                  <a:pt x="2342449" y="1016000"/>
                </a:lnTo>
                <a:lnTo>
                  <a:pt x="2311905" y="990600"/>
                </a:lnTo>
                <a:lnTo>
                  <a:pt x="2280965" y="952500"/>
                </a:lnTo>
                <a:lnTo>
                  <a:pt x="2249632" y="927100"/>
                </a:lnTo>
                <a:lnTo>
                  <a:pt x="2217910" y="889000"/>
                </a:lnTo>
                <a:lnTo>
                  <a:pt x="2185804" y="863600"/>
                </a:lnTo>
                <a:lnTo>
                  <a:pt x="2153316" y="825500"/>
                </a:lnTo>
                <a:lnTo>
                  <a:pt x="2087211" y="774700"/>
                </a:lnTo>
                <a:lnTo>
                  <a:pt x="2053603" y="736600"/>
                </a:lnTo>
                <a:lnTo>
                  <a:pt x="1985293" y="685800"/>
                </a:lnTo>
                <a:lnTo>
                  <a:pt x="1950599" y="647700"/>
                </a:lnTo>
                <a:lnTo>
                  <a:pt x="1880152" y="596900"/>
                </a:lnTo>
                <a:lnTo>
                  <a:pt x="1771893" y="520700"/>
                </a:lnTo>
                <a:lnTo>
                  <a:pt x="1660619" y="444500"/>
                </a:lnTo>
                <a:lnTo>
                  <a:pt x="1546436" y="368300"/>
                </a:lnTo>
                <a:lnTo>
                  <a:pt x="1468749" y="317500"/>
                </a:lnTo>
                <a:lnTo>
                  <a:pt x="1429447" y="304800"/>
                </a:lnTo>
                <a:lnTo>
                  <a:pt x="1349948" y="254000"/>
                </a:lnTo>
                <a:lnTo>
                  <a:pt x="1309757" y="241300"/>
                </a:lnTo>
                <a:lnTo>
                  <a:pt x="1228514" y="190500"/>
                </a:lnTo>
                <a:lnTo>
                  <a:pt x="1187469" y="177800"/>
                </a:lnTo>
                <a:lnTo>
                  <a:pt x="1146148" y="152400"/>
                </a:lnTo>
                <a:lnTo>
                  <a:pt x="1062689" y="127000"/>
                </a:lnTo>
                <a:lnTo>
                  <a:pt x="1020559" y="101600"/>
                </a:lnTo>
                <a:lnTo>
                  <a:pt x="935519" y="76200"/>
                </a:lnTo>
                <a:lnTo>
                  <a:pt x="892616" y="50800"/>
                </a:lnTo>
                <a:lnTo>
                  <a:pt x="762423" y="12700"/>
                </a:lnTo>
                <a:lnTo>
                  <a:pt x="732024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811E0E2-DB73-C53D-A68F-88EB469277F5}"/>
              </a:ext>
            </a:extLst>
          </p:cNvPr>
          <p:cNvGrpSpPr/>
          <p:nvPr userDrawn="1"/>
        </p:nvGrpSpPr>
        <p:grpSpPr>
          <a:xfrm>
            <a:off x="3853486" y="151527"/>
            <a:ext cx="1183040" cy="271688"/>
            <a:chOff x="3853486" y="151527"/>
            <a:chExt cx="1183040" cy="271688"/>
          </a:xfrm>
        </p:grpSpPr>
        <p:pic>
          <p:nvPicPr>
            <p:cNvPr id="19" name="bg 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7611" y="204863"/>
              <a:ext cx="150875" cy="166166"/>
            </a:xfrm>
            <a:prstGeom prst="rect">
              <a:avLst/>
            </a:prstGeom>
          </p:spPr>
        </p:pic>
        <p:sp>
          <p:nvSpPr>
            <p:cNvPr id="20" name="bg object 20"/>
            <p:cNvSpPr/>
            <p:nvPr/>
          </p:nvSpPr>
          <p:spPr>
            <a:xfrm>
              <a:off x="4449207" y="20486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83070" y="0"/>
                  </a:moveTo>
                  <a:lnTo>
                    <a:pt x="50765" y="6539"/>
                  </a:lnTo>
                  <a:lnTo>
                    <a:pt x="24357" y="24363"/>
                  </a:lnTo>
                  <a:lnTo>
                    <a:pt x="6537" y="50775"/>
                  </a:lnTo>
                  <a:lnTo>
                    <a:pt x="0" y="83083"/>
                  </a:lnTo>
                  <a:lnTo>
                    <a:pt x="6537" y="115396"/>
                  </a:lnTo>
                  <a:lnTo>
                    <a:pt x="24357" y="141808"/>
                  </a:lnTo>
                  <a:lnTo>
                    <a:pt x="50765" y="159628"/>
                  </a:lnTo>
                  <a:lnTo>
                    <a:pt x="83070" y="166166"/>
                  </a:lnTo>
                  <a:lnTo>
                    <a:pt x="115385" y="159628"/>
                  </a:lnTo>
                  <a:lnTo>
                    <a:pt x="141801" y="141808"/>
                  </a:lnTo>
                  <a:lnTo>
                    <a:pt x="147561" y="133273"/>
                  </a:lnTo>
                  <a:lnTo>
                    <a:pt x="83070" y="133273"/>
                  </a:lnTo>
                  <a:lnTo>
                    <a:pt x="63561" y="129323"/>
                  </a:lnTo>
                  <a:lnTo>
                    <a:pt x="47609" y="118556"/>
                  </a:lnTo>
                  <a:lnTo>
                    <a:pt x="36843" y="102600"/>
                  </a:lnTo>
                  <a:lnTo>
                    <a:pt x="32892" y="83083"/>
                  </a:lnTo>
                  <a:lnTo>
                    <a:pt x="36843" y="63568"/>
                  </a:lnTo>
                  <a:lnTo>
                    <a:pt x="47609" y="47617"/>
                  </a:lnTo>
                  <a:lnTo>
                    <a:pt x="63561" y="36854"/>
                  </a:lnTo>
                  <a:lnTo>
                    <a:pt x="83070" y="32905"/>
                  </a:lnTo>
                  <a:lnTo>
                    <a:pt x="147566" y="32905"/>
                  </a:lnTo>
                  <a:lnTo>
                    <a:pt x="141801" y="24363"/>
                  </a:lnTo>
                  <a:lnTo>
                    <a:pt x="115385" y="6539"/>
                  </a:lnTo>
                  <a:lnTo>
                    <a:pt x="83070" y="0"/>
                  </a:lnTo>
                  <a:close/>
                </a:path>
                <a:path w="166370" h="166370">
                  <a:moveTo>
                    <a:pt x="147566" y="32905"/>
                  </a:moveTo>
                  <a:lnTo>
                    <a:pt x="83070" y="32905"/>
                  </a:lnTo>
                  <a:lnTo>
                    <a:pt x="102587" y="36854"/>
                  </a:lnTo>
                  <a:lnTo>
                    <a:pt x="118543" y="47617"/>
                  </a:lnTo>
                  <a:lnTo>
                    <a:pt x="129310" y="63568"/>
                  </a:lnTo>
                  <a:lnTo>
                    <a:pt x="133261" y="83083"/>
                  </a:lnTo>
                  <a:lnTo>
                    <a:pt x="129310" y="102600"/>
                  </a:lnTo>
                  <a:lnTo>
                    <a:pt x="118543" y="118556"/>
                  </a:lnTo>
                  <a:lnTo>
                    <a:pt x="102587" y="129323"/>
                  </a:lnTo>
                  <a:lnTo>
                    <a:pt x="83070" y="133273"/>
                  </a:lnTo>
                  <a:lnTo>
                    <a:pt x="147561" y="133273"/>
                  </a:lnTo>
                  <a:lnTo>
                    <a:pt x="159626" y="115396"/>
                  </a:lnTo>
                  <a:lnTo>
                    <a:pt x="166166" y="83083"/>
                  </a:lnTo>
                  <a:lnTo>
                    <a:pt x="159626" y="50775"/>
                  </a:lnTo>
                  <a:lnTo>
                    <a:pt x="147566" y="32905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bg 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3486" y="204572"/>
              <a:ext cx="153403" cy="218643"/>
            </a:xfrm>
            <a:prstGeom prst="rect">
              <a:avLst/>
            </a:prstGeom>
          </p:spPr>
        </p:pic>
        <p:sp>
          <p:nvSpPr>
            <p:cNvPr id="22" name="bg object 22"/>
            <p:cNvSpPr/>
            <p:nvPr/>
          </p:nvSpPr>
          <p:spPr>
            <a:xfrm>
              <a:off x="4205046" y="204304"/>
              <a:ext cx="227329" cy="167005"/>
            </a:xfrm>
            <a:custGeom>
              <a:avLst/>
              <a:gdLst/>
              <a:ahLst/>
              <a:cxnLst/>
              <a:rect l="l" t="t" r="r" b="b"/>
              <a:pathLst>
                <a:path w="227329" h="167004">
                  <a:moveTo>
                    <a:pt x="84124" y="4622"/>
                  </a:moveTo>
                  <a:lnTo>
                    <a:pt x="72936" y="4622"/>
                  </a:lnTo>
                  <a:lnTo>
                    <a:pt x="58039" y="6388"/>
                  </a:lnTo>
                  <a:lnTo>
                    <a:pt x="46240" y="11734"/>
                  </a:lnTo>
                  <a:lnTo>
                    <a:pt x="37465" y="20701"/>
                  </a:lnTo>
                  <a:lnTo>
                    <a:pt x="31673" y="33324"/>
                  </a:lnTo>
                  <a:lnTo>
                    <a:pt x="30695" y="33324"/>
                  </a:lnTo>
                  <a:lnTo>
                    <a:pt x="28663" y="4914"/>
                  </a:lnTo>
                  <a:lnTo>
                    <a:pt x="0" y="4914"/>
                  </a:lnTo>
                  <a:lnTo>
                    <a:pt x="0" y="162674"/>
                  </a:lnTo>
                  <a:lnTo>
                    <a:pt x="34264" y="162674"/>
                  </a:lnTo>
                  <a:lnTo>
                    <a:pt x="34264" y="71462"/>
                  </a:lnTo>
                  <a:lnTo>
                    <a:pt x="35877" y="58051"/>
                  </a:lnTo>
                  <a:lnTo>
                    <a:pt x="40881" y="48831"/>
                  </a:lnTo>
                  <a:lnTo>
                    <a:pt x="49580" y="43510"/>
                  </a:lnTo>
                  <a:lnTo>
                    <a:pt x="62217" y="41795"/>
                  </a:lnTo>
                  <a:lnTo>
                    <a:pt x="84124" y="41795"/>
                  </a:lnTo>
                  <a:lnTo>
                    <a:pt x="84124" y="4622"/>
                  </a:lnTo>
                  <a:close/>
                </a:path>
                <a:path w="227329" h="167004">
                  <a:moveTo>
                    <a:pt x="227164" y="45300"/>
                  </a:moveTo>
                  <a:lnTo>
                    <a:pt x="201498" y="11493"/>
                  </a:lnTo>
                  <a:lnTo>
                    <a:pt x="161061" y="0"/>
                  </a:lnTo>
                  <a:lnTo>
                    <a:pt x="150444" y="850"/>
                  </a:lnTo>
                  <a:lnTo>
                    <a:pt x="114579" y="20281"/>
                  </a:lnTo>
                  <a:lnTo>
                    <a:pt x="104368" y="48869"/>
                  </a:lnTo>
                  <a:lnTo>
                    <a:pt x="105270" y="58534"/>
                  </a:lnTo>
                  <a:lnTo>
                    <a:pt x="133654" y="91605"/>
                  </a:lnTo>
                  <a:lnTo>
                    <a:pt x="171170" y="102844"/>
                  </a:lnTo>
                  <a:lnTo>
                    <a:pt x="177228" y="104698"/>
                  </a:lnTo>
                  <a:lnTo>
                    <a:pt x="182511" y="106883"/>
                  </a:lnTo>
                  <a:lnTo>
                    <a:pt x="189318" y="110274"/>
                  </a:lnTo>
                  <a:lnTo>
                    <a:pt x="192493" y="114681"/>
                  </a:lnTo>
                  <a:lnTo>
                    <a:pt x="192493" y="120764"/>
                  </a:lnTo>
                  <a:lnTo>
                    <a:pt x="189979" y="128727"/>
                  </a:lnTo>
                  <a:lnTo>
                    <a:pt x="183362" y="134264"/>
                  </a:lnTo>
                  <a:lnTo>
                    <a:pt x="174040" y="137502"/>
                  </a:lnTo>
                  <a:lnTo>
                    <a:pt x="163385" y="138557"/>
                  </a:lnTo>
                  <a:lnTo>
                    <a:pt x="149352" y="136702"/>
                  </a:lnTo>
                  <a:lnTo>
                    <a:pt x="136512" y="131419"/>
                  </a:lnTo>
                  <a:lnTo>
                    <a:pt x="125514" y="123050"/>
                  </a:lnTo>
                  <a:lnTo>
                    <a:pt x="117005" y="111988"/>
                  </a:lnTo>
                  <a:lnTo>
                    <a:pt x="116344" y="110858"/>
                  </a:lnTo>
                  <a:lnTo>
                    <a:pt x="91782" y="124244"/>
                  </a:lnTo>
                  <a:lnTo>
                    <a:pt x="120065" y="155473"/>
                  </a:lnTo>
                  <a:lnTo>
                    <a:pt x="163385" y="166446"/>
                  </a:lnTo>
                  <a:lnTo>
                    <a:pt x="175895" y="165658"/>
                  </a:lnTo>
                  <a:lnTo>
                    <a:pt x="215849" y="147599"/>
                  </a:lnTo>
                  <a:lnTo>
                    <a:pt x="226758" y="119900"/>
                  </a:lnTo>
                  <a:lnTo>
                    <a:pt x="225767" y="110299"/>
                  </a:lnTo>
                  <a:lnTo>
                    <a:pt x="191604" y="78460"/>
                  </a:lnTo>
                  <a:lnTo>
                    <a:pt x="173024" y="72809"/>
                  </a:lnTo>
                  <a:lnTo>
                    <a:pt x="159715" y="68821"/>
                  </a:lnTo>
                  <a:lnTo>
                    <a:pt x="147624" y="63728"/>
                  </a:lnTo>
                  <a:lnTo>
                    <a:pt x="138836" y="56692"/>
                  </a:lnTo>
                  <a:lnTo>
                    <a:pt x="135445" y="46837"/>
                  </a:lnTo>
                  <a:lnTo>
                    <a:pt x="137147" y="39522"/>
                  </a:lnTo>
                  <a:lnTo>
                    <a:pt x="142074" y="33070"/>
                  </a:lnTo>
                  <a:lnTo>
                    <a:pt x="149948" y="28473"/>
                  </a:lnTo>
                  <a:lnTo>
                    <a:pt x="160489" y="26720"/>
                  </a:lnTo>
                  <a:lnTo>
                    <a:pt x="173659" y="28536"/>
                  </a:lnTo>
                  <a:lnTo>
                    <a:pt x="184886" y="33845"/>
                  </a:lnTo>
                  <a:lnTo>
                    <a:pt x="193827" y="42405"/>
                  </a:lnTo>
                  <a:lnTo>
                    <a:pt x="200113" y="53975"/>
                  </a:lnTo>
                  <a:lnTo>
                    <a:pt x="200571" y="55219"/>
                  </a:lnTo>
                  <a:lnTo>
                    <a:pt x="227164" y="4530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bg 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7565" y="204867"/>
              <a:ext cx="138341" cy="162102"/>
            </a:xfrm>
            <a:prstGeom prst="rect">
              <a:avLst/>
            </a:prstGeom>
          </p:spPr>
        </p:pic>
        <p:pic>
          <p:nvPicPr>
            <p:cNvPr id="24" name="bg 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01114" y="204870"/>
              <a:ext cx="151676" cy="165874"/>
            </a:xfrm>
            <a:prstGeom prst="rect">
              <a:avLst/>
            </a:prstGeom>
          </p:spPr>
        </p:pic>
        <p:sp>
          <p:nvSpPr>
            <p:cNvPr id="25" name="bg object 25"/>
            <p:cNvSpPr/>
            <p:nvPr/>
          </p:nvSpPr>
          <p:spPr>
            <a:xfrm>
              <a:off x="4975566" y="151527"/>
              <a:ext cx="60960" cy="215900"/>
            </a:xfrm>
            <a:custGeom>
              <a:avLst/>
              <a:gdLst/>
              <a:ahLst/>
              <a:cxnLst/>
              <a:rect l="l" t="t" r="r" b="b"/>
              <a:pathLst>
                <a:path w="60960" h="215900">
                  <a:moveTo>
                    <a:pt x="34277" y="0"/>
                  </a:moveTo>
                  <a:lnTo>
                    <a:pt x="0" y="0"/>
                  </a:lnTo>
                  <a:lnTo>
                    <a:pt x="0" y="180200"/>
                  </a:lnTo>
                  <a:lnTo>
                    <a:pt x="18859" y="215442"/>
                  </a:lnTo>
                  <a:lnTo>
                    <a:pt x="60947" y="215442"/>
                  </a:lnTo>
                  <a:lnTo>
                    <a:pt x="60947" y="184658"/>
                  </a:lnTo>
                  <a:lnTo>
                    <a:pt x="38735" y="184658"/>
                  </a:lnTo>
                  <a:lnTo>
                    <a:pt x="36296" y="184658"/>
                  </a:lnTo>
                  <a:lnTo>
                    <a:pt x="34556" y="182778"/>
                  </a:lnTo>
                  <a:lnTo>
                    <a:pt x="34277" y="181190"/>
                  </a:lnTo>
                  <a:lnTo>
                    <a:pt x="34277" y="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>
            <a:extLst>
              <a:ext uri="{FF2B5EF4-FFF2-40B4-BE49-F238E27FC236}">
                <a16:creationId xmlns:a16="http://schemas.microsoft.com/office/drawing/2014/main" id="{8827D768-2EE3-2980-4ECB-DBD57F83E06E}"/>
              </a:ext>
            </a:extLst>
          </p:cNvPr>
          <p:cNvGrpSpPr/>
          <p:nvPr userDrawn="1"/>
        </p:nvGrpSpPr>
        <p:grpSpPr>
          <a:xfrm>
            <a:off x="0" y="150367"/>
            <a:ext cx="8769985" cy="6431280"/>
            <a:chOff x="0" y="150367"/>
            <a:chExt cx="8769985" cy="643128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22ECEE5-A117-CC46-367A-50F75C092A73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243" y="150367"/>
              <a:ext cx="8649513" cy="643089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30AC3C2-68EC-B54F-D7DC-69A257F26471}"/>
                </a:ext>
              </a:extLst>
            </p:cNvPr>
            <p:cNvSpPr/>
            <p:nvPr/>
          </p:nvSpPr>
          <p:spPr>
            <a:xfrm>
              <a:off x="5238762" y="2801181"/>
              <a:ext cx="3531235" cy="3780154"/>
            </a:xfrm>
            <a:custGeom>
              <a:avLst/>
              <a:gdLst/>
              <a:ahLst/>
              <a:cxnLst/>
              <a:rect l="l" t="t" r="r" b="b"/>
              <a:pathLst>
                <a:path w="3531234" h="3780154">
                  <a:moveTo>
                    <a:pt x="3530993" y="0"/>
                  </a:moveTo>
                  <a:lnTo>
                    <a:pt x="3458954" y="2960"/>
                  </a:lnTo>
                  <a:lnTo>
                    <a:pt x="3411277" y="5747"/>
                  </a:lnTo>
                  <a:lnTo>
                    <a:pt x="3363766" y="9143"/>
                  </a:lnTo>
                  <a:lnTo>
                    <a:pt x="3316423" y="13144"/>
                  </a:lnTo>
                  <a:lnTo>
                    <a:pt x="3269253" y="17747"/>
                  </a:lnTo>
                  <a:lnTo>
                    <a:pt x="3222261" y="22946"/>
                  </a:lnTo>
                  <a:lnTo>
                    <a:pt x="3175448" y="28739"/>
                  </a:lnTo>
                  <a:lnTo>
                    <a:pt x="3128820" y="35121"/>
                  </a:lnTo>
                  <a:lnTo>
                    <a:pt x="3082380" y="42089"/>
                  </a:lnTo>
                  <a:lnTo>
                    <a:pt x="3036133" y="49639"/>
                  </a:lnTo>
                  <a:lnTo>
                    <a:pt x="2990081" y="57767"/>
                  </a:lnTo>
                  <a:lnTo>
                    <a:pt x="2944229" y="66469"/>
                  </a:lnTo>
                  <a:lnTo>
                    <a:pt x="2898581" y="75741"/>
                  </a:lnTo>
                  <a:lnTo>
                    <a:pt x="2853141" y="85580"/>
                  </a:lnTo>
                  <a:lnTo>
                    <a:pt x="2807912" y="95981"/>
                  </a:lnTo>
                  <a:lnTo>
                    <a:pt x="2762898" y="106941"/>
                  </a:lnTo>
                  <a:lnTo>
                    <a:pt x="2718104" y="118455"/>
                  </a:lnTo>
                  <a:lnTo>
                    <a:pt x="2673532" y="130521"/>
                  </a:lnTo>
                  <a:lnTo>
                    <a:pt x="2629187" y="143133"/>
                  </a:lnTo>
                  <a:lnTo>
                    <a:pt x="2585073" y="156289"/>
                  </a:lnTo>
                  <a:lnTo>
                    <a:pt x="2541194" y="169984"/>
                  </a:lnTo>
                  <a:lnTo>
                    <a:pt x="2497552" y="184215"/>
                  </a:lnTo>
                  <a:lnTo>
                    <a:pt x="2454154" y="198978"/>
                  </a:lnTo>
                  <a:lnTo>
                    <a:pt x="2411001" y="214268"/>
                  </a:lnTo>
                  <a:lnTo>
                    <a:pt x="2368098" y="230082"/>
                  </a:lnTo>
                  <a:lnTo>
                    <a:pt x="2325450" y="246416"/>
                  </a:lnTo>
                  <a:lnTo>
                    <a:pt x="2283059" y="263267"/>
                  </a:lnTo>
                  <a:lnTo>
                    <a:pt x="2240929" y="280629"/>
                  </a:lnTo>
                  <a:lnTo>
                    <a:pt x="2199065" y="298501"/>
                  </a:lnTo>
                  <a:lnTo>
                    <a:pt x="2157470" y="316877"/>
                  </a:lnTo>
                  <a:lnTo>
                    <a:pt x="2116149" y="335754"/>
                  </a:lnTo>
                  <a:lnTo>
                    <a:pt x="2075104" y="355127"/>
                  </a:lnTo>
                  <a:lnTo>
                    <a:pt x="2034341" y="374994"/>
                  </a:lnTo>
                  <a:lnTo>
                    <a:pt x="1993862" y="395350"/>
                  </a:lnTo>
                  <a:lnTo>
                    <a:pt x="1953671" y="416192"/>
                  </a:lnTo>
                  <a:lnTo>
                    <a:pt x="1913773" y="437515"/>
                  </a:lnTo>
                  <a:lnTo>
                    <a:pt x="1874172" y="459315"/>
                  </a:lnTo>
                  <a:lnTo>
                    <a:pt x="1834870" y="481589"/>
                  </a:lnTo>
                  <a:lnTo>
                    <a:pt x="1795873" y="504334"/>
                  </a:lnTo>
                  <a:lnTo>
                    <a:pt x="1757183" y="527544"/>
                  </a:lnTo>
                  <a:lnTo>
                    <a:pt x="1718806" y="551217"/>
                  </a:lnTo>
                  <a:lnTo>
                    <a:pt x="1680743" y="575347"/>
                  </a:lnTo>
                  <a:lnTo>
                    <a:pt x="1643001" y="599933"/>
                  </a:lnTo>
                  <a:lnTo>
                    <a:pt x="1605581" y="624969"/>
                  </a:lnTo>
                  <a:lnTo>
                    <a:pt x="1568489" y="650452"/>
                  </a:lnTo>
                  <a:lnTo>
                    <a:pt x="1531728" y="676377"/>
                  </a:lnTo>
                  <a:lnTo>
                    <a:pt x="1495301" y="702742"/>
                  </a:lnTo>
                  <a:lnTo>
                    <a:pt x="1459214" y="729542"/>
                  </a:lnTo>
                  <a:lnTo>
                    <a:pt x="1423469" y="756774"/>
                  </a:lnTo>
                  <a:lnTo>
                    <a:pt x="1388070" y="784432"/>
                  </a:lnTo>
                  <a:lnTo>
                    <a:pt x="1353022" y="812515"/>
                  </a:lnTo>
                  <a:lnTo>
                    <a:pt x="1318328" y="841017"/>
                  </a:lnTo>
                  <a:lnTo>
                    <a:pt x="1283992" y="869935"/>
                  </a:lnTo>
                  <a:lnTo>
                    <a:pt x="1250018" y="899266"/>
                  </a:lnTo>
                  <a:lnTo>
                    <a:pt x="1216410" y="929004"/>
                  </a:lnTo>
                  <a:lnTo>
                    <a:pt x="1183171" y="959147"/>
                  </a:lnTo>
                  <a:lnTo>
                    <a:pt x="1150306" y="989690"/>
                  </a:lnTo>
                  <a:lnTo>
                    <a:pt x="1117818" y="1020630"/>
                  </a:lnTo>
                  <a:lnTo>
                    <a:pt x="1085711" y="1051962"/>
                  </a:lnTo>
                  <a:lnTo>
                    <a:pt x="1053990" y="1083684"/>
                  </a:lnTo>
                  <a:lnTo>
                    <a:pt x="1022657" y="1115790"/>
                  </a:lnTo>
                  <a:lnTo>
                    <a:pt x="991717" y="1148278"/>
                  </a:lnTo>
                  <a:lnTo>
                    <a:pt x="961173" y="1181143"/>
                  </a:lnTo>
                  <a:lnTo>
                    <a:pt x="931031" y="1214382"/>
                  </a:lnTo>
                  <a:lnTo>
                    <a:pt x="901292" y="1247990"/>
                  </a:lnTo>
                  <a:lnTo>
                    <a:pt x="871962" y="1281964"/>
                  </a:lnTo>
                  <a:lnTo>
                    <a:pt x="843043" y="1316300"/>
                  </a:lnTo>
                  <a:lnTo>
                    <a:pt x="814541" y="1350994"/>
                  </a:lnTo>
                  <a:lnTo>
                    <a:pt x="786458" y="1386042"/>
                  </a:lnTo>
                  <a:lnTo>
                    <a:pt x="758799" y="1421440"/>
                  </a:lnTo>
                  <a:lnTo>
                    <a:pt x="731568" y="1457185"/>
                  </a:lnTo>
                  <a:lnTo>
                    <a:pt x="704768" y="1493272"/>
                  </a:lnTo>
                  <a:lnTo>
                    <a:pt x="678403" y="1529699"/>
                  </a:lnTo>
                  <a:lnTo>
                    <a:pt x="652477" y="1566460"/>
                  </a:lnTo>
                  <a:lnTo>
                    <a:pt x="626994" y="1603552"/>
                  </a:lnTo>
                  <a:lnTo>
                    <a:pt x="601958" y="1640971"/>
                  </a:lnTo>
                  <a:lnTo>
                    <a:pt x="577372" y="1678714"/>
                  </a:lnTo>
                  <a:lnTo>
                    <a:pt x="553241" y="1716776"/>
                  </a:lnTo>
                  <a:lnTo>
                    <a:pt x="529568" y="1755153"/>
                  </a:lnTo>
                  <a:lnTo>
                    <a:pt x="506358" y="1793843"/>
                  </a:lnTo>
                  <a:lnTo>
                    <a:pt x="483614" y="1832840"/>
                  </a:lnTo>
                  <a:lnTo>
                    <a:pt x="461339" y="1872141"/>
                  </a:lnTo>
                  <a:lnTo>
                    <a:pt x="439538" y="1911743"/>
                  </a:lnTo>
                  <a:lnTo>
                    <a:pt x="418215" y="1951641"/>
                  </a:lnTo>
                  <a:lnTo>
                    <a:pt x="397374" y="1991831"/>
                  </a:lnTo>
                  <a:lnTo>
                    <a:pt x="377018" y="2032310"/>
                  </a:lnTo>
                  <a:lnTo>
                    <a:pt x="357151" y="2073073"/>
                  </a:lnTo>
                  <a:lnTo>
                    <a:pt x="337777" y="2114118"/>
                  </a:lnTo>
                  <a:lnTo>
                    <a:pt x="318900" y="2155439"/>
                  </a:lnTo>
                  <a:lnTo>
                    <a:pt x="300524" y="2197034"/>
                  </a:lnTo>
                  <a:lnTo>
                    <a:pt x="282652" y="2238898"/>
                  </a:lnTo>
                  <a:lnTo>
                    <a:pt x="265289" y="2281027"/>
                  </a:lnTo>
                  <a:lnTo>
                    <a:pt x="248439" y="2323418"/>
                  </a:lnTo>
                  <a:lnTo>
                    <a:pt x="232104" y="2366066"/>
                  </a:lnTo>
                  <a:lnTo>
                    <a:pt x="216290" y="2408969"/>
                  </a:lnTo>
                  <a:lnTo>
                    <a:pt x="201000" y="2452122"/>
                  </a:lnTo>
                  <a:lnTo>
                    <a:pt x="186237" y="2495520"/>
                  </a:lnTo>
                  <a:lnTo>
                    <a:pt x="172006" y="2539161"/>
                  </a:lnTo>
                  <a:lnTo>
                    <a:pt x="158311" y="2583041"/>
                  </a:lnTo>
                  <a:lnTo>
                    <a:pt x="145155" y="2627155"/>
                  </a:lnTo>
                  <a:lnTo>
                    <a:pt x="132542" y="2671499"/>
                  </a:lnTo>
                  <a:lnTo>
                    <a:pt x="120477" y="2716071"/>
                  </a:lnTo>
                  <a:lnTo>
                    <a:pt x="108962" y="2760865"/>
                  </a:lnTo>
                  <a:lnTo>
                    <a:pt x="98002" y="2805879"/>
                  </a:lnTo>
                  <a:lnTo>
                    <a:pt x="87601" y="2851108"/>
                  </a:lnTo>
                  <a:lnTo>
                    <a:pt x="77763" y="2896548"/>
                  </a:lnTo>
                  <a:lnTo>
                    <a:pt x="68490" y="2942196"/>
                  </a:lnTo>
                  <a:lnTo>
                    <a:pt x="59788" y="2988048"/>
                  </a:lnTo>
                  <a:lnTo>
                    <a:pt x="51660" y="3034100"/>
                  </a:lnTo>
                  <a:lnTo>
                    <a:pt x="44110" y="3080347"/>
                  </a:lnTo>
                  <a:lnTo>
                    <a:pt x="37142" y="3126787"/>
                  </a:lnTo>
                  <a:lnTo>
                    <a:pt x="30760" y="3173415"/>
                  </a:lnTo>
                  <a:lnTo>
                    <a:pt x="24967" y="3220227"/>
                  </a:lnTo>
                  <a:lnTo>
                    <a:pt x="19768" y="3267220"/>
                  </a:lnTo>
                  <a:lnTo>
                    <a:pt x="15165" y="3314390"/>
                  </a:lnTo>
                  <a:lnTo>
                    <a:pt x="11164" y="3361732"/>
                  </a:lnTo>
                  <a:lnTo>
                    <a:pt x="7768" y="3409244"/>
                  </a:lnTo>
                  <a:lnTo>
                    <a:pt x="4981" y="3456920"/>
                  </a:lnTo>
                  <a:lnTo>
                    <a:pt x="2806" y="3504758"/>
                  </a:lnTo>
                  <a:lnTo>
                    <a:pt x="1253" y="3552608"/>
                  </a:lnTo>
                  <a:lnTo>
                    <a:pt x="310" y="3600902"/>
                  </a:lnTo>
                  <a:lnTo>
                    <a:pt x="0" y="3649201"/>
                  </a:lnTo>
                  <a:lnTo>
                    <a:pt x="289" y="3694208"/>
                  </a:lnTo>
                  <a:lnTo>
                    <a:pt x="313" y="3697622"/>
                  </a:lnTo>
                  <a:lnTo>
                    <a:pt x="1248" y="3745649"/>
                  </a:lnTo>
                  <a:lnTo>
                    <a:pt x="2366" y="3780086"/>
                  </a:lnTo>
                  <a:lnTo>
                    <a:pt x="1449621" y="3780086"/>
                  </a:lnTo>
                  <a:lnTo>
                    <a:pt x="1447752" y="3745795"/>
                  </a:lnTo>
                  <a:lnTo>
                    <a:pt x="1446178" y="3697622"/>
                  </a:lnTo>
                  <a:lnTo>
                    <a:pt x="1445651" y="3649201"/>
                  </a:lnTo>
                  <a:lnTo>
                    <a:pt x="1446177" y="3600902"/>
                  </a:lnTo>
                  <a:lnTo>
                    <a:pt x="1447748" y="3552753"/>
                  </a:lnTo>
                  <a:lnTo>
                    <a:pt x="1450360" y="3504758"/>
                  </a:lnTo>
                  <a:lnTo>
                    <a:pt x="1453999" y="3457047"/>
                  </a:lnTo>
                  <a:lnTo>
                    <a:pt x="1458650" y="3409682"/>
                  </a:lnTo>
                  <a:lnTo>
                    <a:pt x="1464304" y="3362607"/>
                  </a:lnTo>
                  <a:lnTo>
                    <a:pt x="1470950" y="3315835"/>
                  </a:lnTo>
                  <a:lnTo>
                    <a:pt x="1478578" y="3269375"/>
                  </a:lnTo>
                  <a:lnTo>
                    <a:pt x="1487176" y="3223239"/>
                  </a:lnTo>
                  <a:lnTo>
                    <a:pt x="1496734" y="3177438"/>
                  </a:lnTo>
                  <a:lnTo>
                    <a:pt x="1507241" y="3131983"/>
                  </a:lnTo>
                  <a:lnTo>
                    <a:pt x="1518685" y="3086885"/>
                  </a:lnTo>
                  <a:lnTo>
                    <a:pt x="1531056" y="3042154"/>
                  </a:lnTo>
                  <a:lnTo>
                    <a:pt x="1544343" y="2997802"/>
                  </a:lnTo>
                  <a:lnTo>
                    <a:pt x="1558534" y="2953839"/>
                  </a:lnTo>
                  <a:lnTo>
                    <a:pt x="1573619" y="2910278"/>
                  </a:lnTo>
                  <a:lnTo>
                    <a:pt x="1589588" y="2867127"/>
                  </a:lnTo>
                  <a:lnTo>
                    <a:pt x="1606428" y="2824400"/>
                  </a:lnTo>
                  <a:lnTo>
                    <a:pt x="1624128" y="2782105"/>
                  </a:lnTo>
                  <a:lnTo>
                    <a:pt x="1642679" y="2740256"/>
                  </a:lnTo>
                  <a:lnTo>
                    <a:pt x="1662069" y="2698861"/>
                  </a:lnTo>
                  <a:lnTo>
                    <a:pt x="1682287" y="2657933"/>
                  </a:lnTo>
                  <a:lnTo>
                    <a:pt x="1703322" y="2617483"/>
                  </a:lnTo>
                  <a:lnTo>
                    <a:pt x="1725163" y="2577520"/>
                  </a:lnTo>
                  <a:lnTo>
                    <a:pt x="1747800" y="2538057"/>
                  </a:lnTo>
                  <a:lnTo>
                    <a:pt x="1771220" y="2499104"/>
                  </a:lnTo>
                  <a:lnTo>
                    <a:pt x="1795414" y="2460672"/>
                  </a:lnTo>
                  <a:lnTo>
                    <a:pt x="1820370" y="2422772"/>
                  </a:lnTo>
                  <a:lnTo>
                    <a:pt x="1846077" y="2385416"/>
                  </a:lnTo>
                  <a:lnTo>
                    <a:pt x="1872525" y="2348613"/>
                  </a:lnTo>
                  <a:lnTo>
                    <a:pt x="1899702" y="2312375"/>
                  </a:lnTo>
                  <a:lnTo>
                    <a:pt x="1927598" y="2276714"/>
                  </a:lnTo>
                  <a:lnTo>
                    <a:pt x="1956201" y="2241639"/>
                  </a:lnTo>
                  <a:lnTo>
                    <a:pt x="1985500" y="2207162"/>
                  </a:lnTo>
                  <a:lnTo>
                    <a:pt x="2015486" y="2173294"/>
                  </a:lnTo>
                  <a:lnTo>
                    <a:pt x="2046145" y="2140046"/>
                  </a:lnTo>
                  <a:lnTo>
                    <a:pt x="2077469" y="2107429"/>
                  </a:lnTo>
                  <a:lnTo>
                    <a:pt x="2109445" y="2075453"/>
                  </a:lnTo>
                  <a:lnTo>
                    <a:pt x="2142063" y="2044130"/>
                  </a:lnTo>
                  <a:lnTo>
                    <a:pt x="2175311" y="2013470"/>
                  </a:lnTo>
                  <a:lnTo>
                    <a:pt x="2209180" y="1983486"/>
                  </a:lnTo>
                  <a:lnTo>
                    <a:pt x="2243657" y="1954186"/>
                  </a:lnTo>
                  <a:lnTo>
                    <a:pt x="2278732" y="1925584"/>
                  </a:lnTo>
                  <a:lnTo>
                    <a:pt x="2314394" y="1897688"/>
                  </a:lnTo>
                  <a:lnTo>
                    <a:pt x="2350632" y="1870512"/>
                  </a:lnTo>
                  <a:lnTo>
                    <a:pt x="2387435" y="1844064"/>
                  </a:lnTo>
                  <a:lnTo>
                    <a:pt x="2424792" y="1818357"/>
                  </a:lnTo>
                  <a:lnTo>
                    <a:pt x="2462693" y="1793401"/>
                  </a:lnTo>
                  <a:lnTo>
                    <a:pt x="2501125" y="1769208"/>
                  </a:lnTo>
                  <a:lnTo>
                    <a:pt x="2540078" y="1745788"/>
                  </a:lnTo>
                  <a:lnTo>
                    <a:pt x="2579542" y="1723152"/>
                  </a:lnTo>
                  <a:lnTo>
                    <a:pt x="2619505" y="1701311"/>
                  </a:lnTo>
                  <a:lnTo>
                    <a:pt x="2659956" y="1680276"/>
                  </a:lnTo>
                  <a:lnTo>
                    <a:pt x="2700884" y="1660058"/>
                  </a:lnTo>
                  <a:lnTo>
                    <a:pt x="2742279" y="1640669"/>
                  </a:lnTo>
                  <a:lnTo>
                    <a:pt x="2784130" y="1622118"/>
                  </a:lnTo>
                  <a:lnTo>
                    <a:pt x="2826424" y="1604417"/>
                  </a:lnTo>
                  <a:lnTo>
                    <a:pt x="2869152" y="1587578"/>
                  </a:lnTo>
                  <a:lnTo>
                    <a:pt x="2912303" y="1571610"/>
                  </a:lnTo>
                  <a:lnTo>
                    <a:pt x="2955865" y="1556525"/>
                  </a:lnTo>
                  <a:lnTo>
                    <a:pt x="2999828" y="1542333"/>
                  </a:lnTo>
                  <a:lnTo>
                    <a:pt x="3044181" y="1529047"/>
                  </a:lnTo>
                  <a:lnTo>
                    <a:pt x="3088912" y="1516676"/>
                  </a:lnTo>
                  <a:lnTo>
                    <a:pt x="3134011" y="1505232"/>
                  </a:lnTo>
                  <a:lnTo>
                    <a:pt x="3179467" y="1494726"/>
                  </a:lnTo>
                  <a:lnTo>
                    <a:pt x="3225268" y="1485168"/>
                  </a:lnTo>
                  <a:lnTo>
                    <a:pt x="3271404" y="1476569"/>
                  </a:lnTo>
                  <a:lnTo>
                    <a:pt x="3317865" y="1468942"/>
                  </a:lnTo>
                  <a:lnTo>
                    <a:pt x="3364638" y="1462295"/>
                  </a:lnTo>
                  <a:lnTo>
                    <a:pt x="3411713" y="1456642"/>
                  </a:lnTo>
                  <a:lnTo>
                    <a:pt x="3459079" y="1451991"/>
                  </a:lnTo>
                  <a:lnTo>
                    <a:pt x="3506725" y="1448355"/>
                  </a:lnTo>
                  <a:lnTo>
                    <a:pt x="3530993" y="1447033"/>
                  </a:lnTo>
                  <a:lnTo>
                    <a:pt x="353099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C48429A-A578-606F-3515-CB3A0AF0AAA1}"/>
                </a:ext>
              </a:extLst>
            </p:cNvPr>
            <p:cNvSpPr/>
            <p:nvPr/>
          </p:nvSpPr>
          <p:spPr>
            <a:xfrm>
              <a:off x="120243" y="155067"/>
              <a:ext cx="3303904" cy="6426200"/>
            </a:xfrm>
            <a:custGeom>
              <a:avLst/>
              <a:gdLst/>
              <a:ahLst/>
              <a:cxnLst/>
              <a:rect l="l" t="t" r="r" b="b"/>
              <a:pathLst>
                <a:path w="3303904" h="6426200">
                  <a:moveTo>
                    <a:pt x="731984" y="0"/>
                  </a:moveTo>
                  <a:lnTo>
                    <a:pt x="99606" y="0"/>
                  </a:lnTo>
                  <a:lnTo>
                    <a:pt x="60832" y="12700"/>
                  </a:lnTo>
                  <a:lnTo>
                    <a:pt x="29171" y="25400"/>
                  </a:lnTo>
                  <a:lnTo>
                    <a:pt x="7826" y="50800"/>
                  </a:lnTo>
                  <a:lnTo>
                    <a:pt x="0" y="88900"/>
                  </a:lnTo>
                  <a:lnTo>
                    <a:pt x="0" y="1308099"/>
                  </a:lnTo>
                  <a:lnTo>
                    <a:pt x="32206" y="1320799"/>
                  </a:lnTo>
                  <a:lnTo>
                    <a:pt x="78342" y="1320799"/>
                  </a:lnTo>
                  <a:lnTo>
                    <a:pt x="434458" y="1422399"/>
                  </a:lnTo>
                  <a:lnTo>
                    <a:pt x="477186" y="1447799"/>
                  </a:lnTo>
                  <a:lnTo>
                    <a:pt x="519481" y="1460499"/>
                  </a:lnTo>
                  <a:lnTo>
                    <a:pt x="561331" y="1485899"/>
                  </a:lnTo>
                  <a:lnTo>
                    <a:pt x="602726" y="1498599"/>
                  </a:lnTo>
                  <a:lnTo>
                    <a:pt x="643655" y="1523999"/>
                  </a:lnTo>
                  <a:lnTo>
                    <a:pt x="684106" y="1536699"/>
                  </a:lnTo>
                  <a:lnTo>
                    <a:pt x="763532" y="1587499"/>
                  </a:lnTo>
                  <a:lnTo>
                    <a:pt x="840918" y="1638299"/>
                  </a:lnTo>
                  <a:lnTo>
                    <a:pt x="916175" y="1689099"/>
                  </a:lnTo>
                  <a:lnTo>
                    <a:pt x="952978" y="1714499"/>
                  </a:lnTo>
                  <a:lnTo>
                    <a:pt x="989216" y="1739899"/>
                  </a:lnTo>
                  <a:lnTo>
                    <a:pt x="1024878" y="1765299"/>
                  </a:lnTo>
                  <a:lnTo>
                    <a:pt x="1059954" y="1790699"/>
                  </a:lnTo>
                  <a:lnTo>
                    <a:pt x="1094431" y="1828799"/>
                  </a:lnTo>
                  <a:lnTo>
                    <a:pt x="1128299" y="1854199"/>
                  </a:lnTo>
                  <a:lnTo>
                    <a:pt x="1161548" y="1879599"/>
                  </a:lnTo>
                  <a:lnTo>
                    <a:pt x="1194166" y="1917699"/>
                  </a:lnTo>
                  <a:lnTo>
                    <a:pt x="1226142" y="1943099"/>
                  </a:lnTo>
                  <a:lnTo>
                    <a:pt x="1257465" y="1981199"/>
                  </a:lnTo>
                  <a:lnTo>
                    <a:pt x="1288125" y="2019299"/>
                  </a:lnTo>
                  <a:lnTo>
                    <a:pt x="1318110" y="2044699"/>
                  </a:lnTo>
                  <a:lnTo>
                    <a:pt x="1347410" y="2082799"/>
                  </a:lnTo>
                  <a:lnTo>
                    <a:pt x="1376013" y="2120899"/>
                  </a:lnTo>
                  <a:lnTo>
                    <a:pt x="1403908" y="2158999"/>
                  </a:lnTo>
                  <a:lnTo>
                    <a:pt x="1431086" y="2184399"/>
                  </a:lnTo>
                  <a:lnTo>
                    <a:pt x="1457533" y="2222499"/>
                  </a:lnTo>
                  <a:lnTo>
                    <a:pt x="1483241" y="2260599"/>
                  </a:lnTo>
                  <a:lnTo>
                    <a:pt x="1508197" y="2298699"/>
                  </a:lnTo>
                  <a:lnTo>
                    <a:pt x="1532390" y="2336799"/>
                  </a:lnTo>
                  <a:lnTo>
                    <a:pt x="1555811" y="2374899"/>
                  </a:lnTo>
                  <a:lnTo>
                    <a:pt x="1578447" y="2412999"/>
                  </a:lnTo>
                  <a:lnTo>
                    <a:pt x="1600288" y="2463799"/>
                  </a:lnTo>
                  <a:lnTo>
                    <a:pt x="1621323" y="2501899"/>
                  </a:lnTo>
                  <a:lnTo>
                    <a:pt x="1641541" y="2539999"/>
                  </a:lnTo>
                  <a:lnTo>
                    <a:pt x="1660931" y="2578099"/>
                  </a:lnTo>
                  <a:lnTo>
                    <a:pt x="1679482" y="2628899"/>
                  </a:lnTo>
                  <a:lnTo>
                    <a:pt x="1697183" y="2666999"/>
                  </a:lnTo>
                  <a:lnTo>
                    <a:pt x="1714023" y="2705099"/>
                  </a:lnTo>
                  <a:lnTo>
                    <a:pt x="1729991" y="2755899"/>
                  </a:lnTo>
                  <a:lnTo>
                    <a:pt x="1745076" y="2793999"/>
                  </a:lnTo>
                  <a:lnTo>
                    <a:pt x="1759268" y="2844799"/>
                  </a:lnTo>
                  <a:lnTo>
                    <a:pt x="1772554" y="2882899"/>
                  </a:lnTo>
                  <a:lnTo>
                    <a:pt x="1784925" y="2933699"/>
                  </a:lnTo>
                  <a:lnTo>
                    <a:pt x="1796370" y="2971799"/>
                  </a:lnTo>
                  <a:lnTo>
                    <a:pt x="1806876" y="3022599"/>
                  </a:lnTo>
                  <a:lnTo>
                    <a:pt x="1816434" y="3060699"/>
                  </a:lnTo>
                  <a:lnTo>
                    <a:pt x="1825032" y="3111499"/>
                  </a:lnTo>
                  <a:lnTo>
                    <a:pt x="1832660" y="3162299"/>
                  </a:lnTo>
                  <a:lnTo>
                    <a:pt x="1839307" y="3200399"/>
                  </a:lnTo>
                  <a:lnTo>
                    <a:pt x="1844961" y="3251199"/>
                  </a:lnTo>
                  <a:lnTo>
                    <a:pt x="1849611" y="3302000"/>
                  </a:lnTo>
                  <a:lnTo>
                    <a:pt x="1853247" y="3340100"/>
                  </a:lnTo>
                  <a:lnTo>
                    <a:pt x="1855858" y="3390900"/>
                  </a:lnTo>
                  <a:lnTo>
                    <a:pt x="1857433" y="3441700"/>
                  </a:lnTo>
                  <a:lnTo>
                    <a:pt x="1857960" y="3492500"/>
                  </a:lnTo>
                  <a:lnTo>
                    <a:pt x="1857433" y="3543300"/>
                  </a:lnTo>
                  <a:lnTo>
                    <a:pt x="1855858" y="3581400"/>
                  </a:lnTo>
                  <a:lnTo>
                    <a:pt x="1853247" y="3632200"/>
                  </a:lnTo>
                  <a:lnTo>
                    <a:pt x="1849611" y="3683000"/>
                  </a:lnTo>
                  <a:lnTo>
                    <a:pt x="1844961" y="3733800"/>
                  </a:lnTo>
                  <a:lnTo>
                    <a:pt x="1839307" y="3771900"/>
                  </a:lnTo>
                  <a:lnTo>
                    <a:pt x="1832660" y="3822700"/>
                  </a:lnTo>
                  <a:lnTo>
                    <a:pt x="1825032" y="3873500"/>
                  </a:lnTo>
                  <a:lnTo>
                    <a:pt x="1816434" y="3911600"/>
                  </a:lnTo>
                  <a:lnTo>
                    <a:pt x="1806876" y="3962400"/>
                  </a:lnTo>
                  <a:lnTo>
                    <a:pt x="1796370" y="4013200"/>
                  </a:lnTo>
                  <a:lnTo>
                    <a:pt x="1784925" y="4051300"/>
                  </a:lnTo>
                  <a:lnTo>
                    <a:pt x="1772554" y="4102100"/>
                  </a:lnTo>
                  <a:lnTo>
                    <a:pt x="1759268" y="4140200"/>
                  </a:lnTo>
                  <a:lnTo>
                    <a:pt x="1745076" y="4191000"/>
                  </a:lnTo>
                  <a:lnTo>
                    <a:pt x="1729991" y="4229100"/>
                  </a:lnTo>
                  <a:lnTo>
                    <a:pt x="1714023" y="4267200"/>
                  </a:lnTo>
                  <a:lnTo>
                    <a:pt x="1697183" y="4318000"/>
                  </a:lnTo>
                  <a:lnTo>
                    <a:pt x="1679482" y="4356100"/>
                  </a:lnTo>
                  <a:lnTo>
                    <a:pt x="1660931" y="4394200"/>
                  </a:lnTo>
                  <a:lnTo>
                    <a:pt x="1641541" y="4445000"/>
                  </a:lnTo>
                  <a:lnTo>
                    <a:pt x="1621323" y="4483100"/>
                  </a:lnTo>
                  <a:lnTo>
                    <a:pt x="1600288" y="4521200"/>
                  </a:lnTo>
                  <a:lnTo>
                    <a:pt x="1578447" y="4559300"/>
                  </a:lnTo>
                  <a:lnTo>
                    <a:pt x="1555811" y="4597400"/>
                  </a:lnTo>
                  <a:lnTo>
                    <a:pt x="1532390" y="4635500"/>
                  </a:lnTo>
                  <a:lnTo>
                    <a:pt x="1508197" y="4673600"/>
                  </a:lnTo>
                  <a:lnTo>
                    <a:pt x="1483241" y="4711700"/>
                  </a:lnTo>
                  <a:lnTo>
                    <a:pt x="1457533" y="4749800"/>
                  </a:lnTo>
                  <a:lnTo>
                    <a:pt x="1431086" y="4787900"/>
                  </a:lnTo>
                  <a:lnTo>
                    <a:pt x="1403908" y="4826000"/>
                  </a:lnTo>
                  <a:lnTo>
                    <a:pt x="1376013" y="4864100"/>
                  </a:lnTo>
                  <a:lnTo>
                    <a:pt x="1347410" y="4902200"/>
                  </a:lnTo>
                  <a:lnTo>
                    <a:pt x="1318110" y="4927600"/>
                  </a:lnTo>
                  <a:lnTo>
                    <a:pt x="1288125" y="4965700"/>
                  </a:lnTo>
                  <a:lnTo>
                    <a:pt x="1257465" y="5003800"/>
                  </a:lnTo>
                  <a:lnTo>
                    <a:pt x="1226142" y="5029200"/>
                  </a:lnTo>
                  <a:lnTo>
                    <a:pt x="1194166" y="5067300"/>
                  </a:lnTo>
                  <a:lnTo>
                    <a:pt x="1161548" y="5092700"/>
                  </a:lnTo>
                  <a:lnTo>
                    <a:pt x="1128299" y="5130800"/>
                  </a:lnTo>
                  <a:lnTo>
                    <a:pt x="1094431" y="5156200"/>
                  </a:lnTo>
                  <a:lnTo>
                    <a:pt x="1059954" y="5181600"/>
                  </a:lnTo>
                  <a:lnTo>
                    <a:pt x="1024878" y="5219700"/>
                  </a:lnTo>
                  <a:lnTo>
                    <a:pt x="989216" y="5245100"/>
                  </a:lnTo>
                  <a:lnTo>
                    <a:pt x="952978" y="5270500"/>
                  </a:lnTo>
                  <a:lnTo>
                    <a:pt x="916175" y="5295900"/>
                  </a:lnTo>
                  <a:lnTo>
                    <a:pt x="840918" y="5346700"/>
                  </a:lnTo>
                  <a:lnTo>
                    <a:pt x="763532" y="5397500"/>
                  </a:lnTo>
                  <a:lnTo>
                    <a:pt x="724069" y="5410200"/>
                  </a:lnTo>
                  <a:lnTo>
                    <a:pt x="643655" y="5461000"/>
                  </a:lnTo>
                  <a:lnTo>
                    <a:pt x="602726" y="5473700"/>
                  </a:lnTo>
                  <a:lnTo>
                    <a:pt x="561331" y="5499100"/>
                  </a:lnTo>
                  <a:lnTo>
                    <a:pt x="519481" y="5511800"/>
                  </a:lnTo>
                  <a:lnTo>
                    <a:pt x="477186" y="5537200"/>
                  </a:lnTo>
                  <a:lnTo>
                    <a:pt x="391307" y="5562600"/>
                  </a:lnTo>
                  <a:lnTo>
                    <a:pt x="347745" y="5588000"/>
                  </a:lnTo>
                  <a:lnTo>
                    <a:pt x="169600" y="5638800"/>
                  </a:lnTo>
                  <a:lnTo>
                    <a:pt x="124144" y="5638800"/>
                  </a:lnTo>
                  <a:lnTo>
                    <a:pt x="32206" y="5664200"/>
                  </a:lnTo>
                  <a:lnTo>
                    <a:pt x="0" y="5664200"/>
                  </a:lnTo>
                  <a:lnTo>
                    <a:pt x="0" y="6350000"/>
                  </a:lnTo>
                  <a:lnTo>
                    <a:pt x="7826" y="6375400"/>
                  </a:lnTo>
                  <a:lnTo>
                    <a:pt x="29171" y="6413500"/>
                  </a:lnTo>
                  <a:lnTo>
                    <a:pt x="60832" y="6426200"/>
                  </a:lnTo>
                  <a:lnTo>
                    <a:pt x="1814109" y="6426200"/>
                  </a:lnTo>
                  <a:lnTo>
                    <a:pt x="1844407" y="6413500"/>
                  </a:lnTo>
                  <a:lnTo>
                    <a:pt x="1880152" y="6388100"/>
                  </a:lnTo>
                  <a:lnTo>
                    <a:pt x="1915550" y="6350000"/>
                  </a:lnTo>
                  <a:lnTo>
                    <a:pt x="1985293" y="6299200"/>
                  </a:lnTo>
                  <a:lnTo>
                    <a:pt x="2019629" y="6273800"/>
                  </a:lnTo>
                  <a:lnTo>
                    <a:pt x="2053603" y="6235700"/>
                  </a:lnTo>
                  <a:lnTo>
                    <a:pt x="2120450" y="6184900"/>
                  </a:lnTo>
                  <a:lnTo>
                    <a:pt x="2153316" y="6146800"/>
                  </a:lnTo>
                  <a:lnTo>
                    <a:pt x="2185804" y="6121400"/>
                  </a:lnTo>
                  <a:lnTo>
                    <a:pt x="2217910" y="6083300"/>
                  </a:lnTo>
                  <a:lnTo>
                    <a:pt x="2249632" y="6057900"/>
                  </a:lnTo>
                  <a:lnTo>
                    <a:pt x="2280965" y="6019800"/>
                  </a:lnTo>
                  <a:lnTo>
                    <a:pt x="2311905" y="5994400"/>
                  </a:lnTo>
                  <a:lnTo>
                    <a:pt x="2342449" y="5956300"/>
                  </a:lnTo>
                  <a:lnTo>
                    <a:pt x="2372591" y="5930900"/>
                  </a:lnTo>
                  <a:lnTo>
                    <a:pt x="2402330" y="5892800"/>
                  </a:lnTo>
                  <a:lnTo>
                    <a:pt x="2431661" y="5854700"/>
                  </a:lnTo>
                  <a:lnTo>
                    <a:pt x="2460579" y="5829300"/>
                  </a:lnTo>
                  <a:lnTo>
                    <a:pt x="2489081" y="5791200"/>
                  </a:lnTo>
                  <a:lnTo>
                    <a:pt x="2517164" y="5753100"/>
                  </a:lnTo>
                  <a:lnTo>
                    <a:pt x="2544823" y="5715000"/>
                  </a:lnTo>
                  <a:lnTo>
                    <a:pt x="2572055" y="5676900"/>
                  </a:lnTo>
                  <a:lnTo>
                    <a:pt x="2598855" y="5651500"/>
                  </a:lnTo>
                  <a:lnTo>
                    <a:pt x="2625220" y="5613400"/>
                  </a:lnTo>
                  <a:lnTo>
                    <a:pt x="2651146" y="5575300"/>
                  </a:lnTo>
                  <a:lnTo>
                    <a:pt x="2676629" y="5537200"/>
                  </a:lnTo>
                  <a:lnTo>
                    <a:pt x="2701665" y="5499100"/>
                  </a:lnTo>
                  <a:lnTo>
                    <a:pt x="2726251" y="5461000"/>
                  </a:lnTo>
                  <a:lnTo>
                    <a:pt x="2750382" y="5422900"/>
                  </a:lnTo>
                  <a:lnTo>
                    <a:pt x="2774054" y="5384800"/>
                  </a:lnTo>
                  <a:lnTo>
                    <a:pt x="2797265" y="5346700"/>
                  </a:lnTo>
                  <a:lnTo>
                    <a:pt x="2820009" y="5308600"/>
                  </a:lnTo>
                  <a:lnTo>
                    <a:pt x="2842284" y="5270500"/>
                  </a:lnTo>
                  <a:lnTo>
                    <a:pt x="2864085" y="5232400"/>
                  </a:lnTo>
                  <a:lnTo>
                    <a:pt x="2885408" y="5181600"/>
                  </a:lnTo>
                  <a:lnTo>
                    <a:pt x="2906249" y="5143500"/>
                  </a:lnTo>
                  <a:lnTo>
                    <a:pt x="2926605" y="5105400"/>
                  </a:lnTo>
                  <a:lnTo>
                    <a:pt x="2946472" y="5067300"/>
                  </a:lnTo>
                  <a:lnTo>
                    <a:pt x="2965846" y="5029200"/>
                  </a:lnTo>
                  <a:lnTo>
                    <a:pt x="2984723" y="4978400"/>
                  </a:lnTo>
                  <a:lnTo>
                    <a:pt x="3003099" y="4940300"/>
                  </a:lnTo>
                  <a:lnTo>
                    <a:pt x="3020971" y="4902200"/>
                  </a:lnTo>
                  <a:lnTo>
                    <a:pt x="3038334" y="4864100"/>
                  </a:lnTo>
                  <a:lnTo>
                    <a:pt x="3055184" y="4813300"/>
                  </a:lnTo>
                  <a:lnTo>
                    <a:pt x="3071519" y="4775200"/>
                  </a:lnTo>
                  <a:lnTo>
                    <a:pt x="3087333" y="4724400"/>
                  </a:lnTo>
                  <a:lnTo>
                    <a:pt x="3102623" y="4686300"/>
                  </a:lnTo>
                  <a:lnTo>
                    <a:pt x="3117386" y="4648200"/>
                  </a:lnTo>
                  <a:lnTo>
                    <a:pt x="3131617" y="4597400"/>
                  </a:lnTo>
                  <a:lnTo>
                    <a:pt x="3145312" y="4559300"/>
                  </a:lnTo>
                  <a:lnTo>
                    <a:pt x="3158468" y="4508500"/>
                  </a:lnTo>
                  <a:lnTo>
                    <a:pt x="3171081" y="4470400"/>
                  </a:lnTo>
                  <a:lnTo>
                    <a:pt x="3183146" y="4419600"/>
                  </a:lnTo>
                  <a:lnTo>
                    <a:pt x="3194661" y="4381500"/>
                  </a:lnTo>
                  <a:lnTo>
                    <a:pt x="3205621" y="4330700"/>
                  </a:lnTo>
                  <a:lnTo>
                    <a:pt x="3216022" y="4292600"/>
                  </a:lnTo>
                  <a:lnTo>
                    <a:pt x="3225861" y="4241800"/>
                  </a:lnTo>
                  <a:lnTo>
                    <a:pt x="3235133" y="4203700"/>
                  </a:lnTo>
                  <a:lnTo>
                    <a:pt x="3243835" y="4152900"/>
                  </a:lnTo>
                  <a:lnTo>
                    <a:pt x="3251963" y="4102100"/>
                  </a:lnTo>
                  <a:lnTo>
                    <a:pt x="3259513" y="4064000"/>
                  </a:lnTo>
                  <a:lnTo>
                    <a:pt x="3266481" y="4013200"/>
                  </a:lnTo>
                  <a:lnTo>
                    <a:pt x="3272863" y="3962400"/>
                  </a:lnTo>
                  <a:lnTo>
                    <a:pt x="3278656" y="3924300"/>
                  </a:lnTo>
                  <a:lnTo>
                    <a:pt x="3283856" y="3873500"/>
                  </a:lnTo>
                  <a:lnTo>
                    <a:pt x="3288458" y="3822700"/>
                  </a:lnTo>
                  <a:lnTo>
                    <a:pt x="3292459" y="3771900"/>
                  </a:lnTo>
                  <a:lnTo>
                    <a:pt x="3295855" y="3733800"/>
                  </a:lnTo>
                  <a:lnTo>
                    <a:pt x="3298643" y="3683000"/>
                  </a:lnTo>
                  <a:lnTo>
                    <a:pt x="3300817" y="3632200"/>
                  </a:lnTo>
                  <a:lnTo>
                    <a:pt x="3302375" y="3581400"/>
                  </a:lnTo>
                  <a:lnTo>
                    <a:pt x="3303313" y="3543300"/>
                  </a:lnTo>
                  <a:lnTo>
                    <a:pt x="3303625" y="3492500"/>
                  </a:lnTo>
                  <a:lnTo>
                    <a:pt x="3303313" y="3441700"/>
                  </a:lnTo>
                  <a:lnTo>
                    <a:pt x="3302375" y="3390900"/>
                  </a:lnTo>
                  <a:lnTo>
                    <a:pt x="3300817" y="3340100"/>
                  </a:lnTo>
                  <a:lnTo>
                    <a:pt x="3298643" y="3302000"/>
                  </a:lnTo>
                  <a:lnTo>
                    <a:pt x="3295855" y="3251199"/>
                  </a:lnTo>
                  <a:lnTo>
                    <a:pt x="3292459" y="3200399"/>
                  </a:lnTo>
                  <a:lnTo>
                    <a:pt x="3288458" y="3149599"/>
                  </a:lnTo>
                  <a:lnTo>
                    <a:pt x="3283856" y="3111499"/>
                  </a:lnTo>
                  <a:lnTo>
                    <a:pt x="3278656" y="3060699"/>
                  </a:lnTo>
                  <a:lnTo>
                    <a:pt x="3272863" y="3009899"/>
                  </a:lnTo>
                  <a:lnTo>
                    <a:pt x="3266481" y="2971799"/>
                  </a:lnTo>
                  <a:lnTo>
                    <a:pt x="3259513" y="2920999"/>
                  </a:lnTo>
                  <a:lnTo>
                    <a:pt x="3251963" y="2870199"/>
                  </a:lnTo>
                  <a:lnTo>
                    <a:pt x="3243835" y="2832099"/>
                  </a:lnTo>
                  <a:lnTo>
                    <a:pt x="3235133" y="2781299"/>
                  </a:lnTo>
                  <a:lnTo>
                    <a:pt x="3225861" y="2743199"/>
                  </a:lnTo>
                  <a:lnTo>
                    <a:pt x="3216022" y="2692399"/>
                  </a:lnTo>
                  <a:lnTo>
                    <a:pt x="3205621" y="2641599"/>
                  </a:lnTo>
                  <a:lnTo>
                    <a:pt x="3194661" y="2603499"/>
                  </a:lnTo>
                  <a:lnTo>
                    <a:pt x="3183146" y="2552699"/>
                  </a:lnTo>
                  <a:lnTo>
                    <a:pt x="3171081" y="2514599"/>
                  </a:lnTo>
                  <a:lnTo>
                    <a:pt x="3158468" y="2463799"/>
                  </a:lnTo>
                  <a:lnTo>
                    <a:pt x="3145312" y="2425699"/>
                  </a:lnTo>
                  <a:lnTo>
                    <a:pt x="3131617" y="2374899"/>
                  </a:lnTo>
                  <a:lnTo>
                    <a:pt x="3117386" y="2336799"/>
                  </a:lnTo>
                  <a:lnTo>
                    <a:pt x="3102623" y="2298699"/>
                  </a:lnTo>
                  <a:lnTo>
                    <a:pt x="3087333" y="2247899"/>
                  </a:lnTo>
                  <a:lnTo>
                    <a:pt x="3071519" y="2209799"/>
                  </a:lnTo>
                  <a:lnTo>
                    <a:pt x="3055184" y="2158999"/>
                  </a:lnTo>
                  <a:lnTo>
                    <a:pt x="3038334" y="2120899"/>
                  </a:lnTo>
                  <a:lnTo>
                    <a:pt x="3020971" y="2082799"/>
                  </a:lnTo>
                  <a:lnTo>
                    <a:pt x="3003099" y="2031999"/>
                  </a:lnTo>
                  <a:lnTo>
                    <a:pt x="2984723" y="1993899"/>
                  </a:lnTo>
                  <a:lnTo>
                    <a:pt x="2965846" y="1955799"/>
                  </a:lnTo>
                  <a:lnTo>
                    <a:pt x="2946472" y="1917699"/>
                  </a:lnTo>
                  <a:lnTo>
                    <a:pt x="2926605" y="1879599"/>
                  </a:lnTo>
                  <a:lnTo>
                    <a:pt x="2906249" y="1828799"/>
                  </a:lnTo>
                  <a:lnTo>
                    <a:pt x="2885408" y="1790699"/>
                  </a:lnTo>
                  <a:lnTo>
                    <a:pt x="2864085" y="1752599"/>
                  </a:lnTo>
                  <a:lnTo>
                    <a:pt x="2842284" y="1714499"/>
                  </a:lnTo>
                  <a:lnTo>
                    <a:pt x="2820009" y="1676399"/>
                  </a:lnTo>
                  <a:lnTo>
                    <a:pt x="2797265" y="1638299"/>
                  </a:lnTo>
                  <a:lnTo>
                    <a:pt x="2774054" y="1600199"/>
                  </a:lnTo>
                  <a:lnTo>
                    <a:pt x="2750382" y="1562099"/>
                  </a:lnTo>
                  <a:lnTo>
                    <a:pt x="2726251" y="1523999"/>
                  </a:lnTo>
                  <a:lnTo>
                    <a:pt x="2701665" y="1485899"/>
                  </a:lnTo>
                  <a:lnTo>
                    <a:pt x="2676629" y="1447799"/>
                  </a:lnTo>
                  <a:lnTo>
                    <a:pt x="2651146" y="1409699"/>
                  </a:lnTo>
                  <a:lnTo>
                    <a:pt x="2625220" y="1371599"/>
                  </a:lnTo>
                  <a:lnTo>
                    <a:pt x="2598855" y="1333499"/>
                  </a:lnTo>
                  <a:lnTo>
                    <a:pt x="2572055" y="1295399"/>
                  </a:lnTo>
                  <a:lnTo>
                    <a:pt x="2544823" y="1257299"/>
                  </a:lnTo>
                  <a:lnTo>
                    <a:pt x="2517164" y="1231899"/>
                  </a:lnTo>
                  <a:lnTo>
                    <a:pt x="2489081" y="1193799"/>
                  </a:lnTo>
                  <a:lnTo>
                    <a:pt x="2460579" y="1155699"/>
                  </a:lnTo>
                  <a:lnTo>
                    <a:pt x="2431661" y="1117599"/>
                  </a:lnTo>
                  <a:lnTo>
                    <a:pt x="2402330" y="1092199"/>
                  </a:lnTo>
                  <a:lnTo>
                    <a:pt x="2372591" y="1054099"/>
                  </a:lnTo>
                  <a:lnTo>
                    <a:pt x="2342449" y="1015999"/>
                  </a:lnTo>
                  <a:lnTo>
                    <a:pt x="2311905" y="990599"/>
                  </a:lnTo>
                  <a:lnTo>
                    <a:pt x="2280965" y="952499"/>
                  </a:lnTo>
                  <a:lnTo>
                    <a:pt x="2249632" y="927099"/>
                  </a:lnTo>
                  <a:lnTo>
                    <a:pt x="2217910" y="888999"/>
                  </a:lnTo>
                  <a:lnTo>
                    <a:pt x="2185804" y="863599"/>
                  </a:lnTo>
                  <a:lnTo>
                    <a:pt x="2153316" y="825499"/>
                  </a:lnTo>
                  <a:lnTo>
                    <a:pt x="2087211" y="774699"/>
                  </a:lnTo>
                  <a:lnTo>
                    <a:pt x="2053603" y="736599"/>
                  </a:lnTo>
                  <a:lnTo>
                    <a:pt x="1985293" y="685799"/>
                  </a:lnTo>
                  <a:lnTo>
                    <a:pt x="1950599" y="647699"/>
                  </a:lnTo>
                  <a:lnTo>
                    <a:pt x="1880152" y="596899"/>
                  </a:lnTo>
                  <a:lnTo>
                    <a:pt x="1771893" y="520699"/>
                  </a:lnTo>
                  <a:lnTo>
                    <a:pt x="1660619" y="444499"/>
                  </a:lnTo>
                  <a:lnTo>
                    <a:pt x="1546436" y="368299"/>
                  </a:lnTo>
                  <a:lnTo>
                    <a:pt x="1468749" y="317499"/>
                  </a:lnTo>
                  <a:lnTo>
                    <a:pt x="1429447" y="304799"/>
                  </a:lnTo>
                  <a:lnTo>
                    <a:pt x="1349948" y="253999"/>
                  </a:lnTo>
                  <a:lnTo>
                    <a:pt x="1309757" y="241299"/>
                  </a:lnTo>
                  <a:lnTo>
                    <a:pt x="1228514" y="190500"/>
                  </a:lnTo>
                  <a:lnTo>
                    <a:pt x="1187469" y="177800"/>
                  </a:lnTo>
                  <a:lnTo>
                    <a:pt x="1146148" y="152400"/>
                  </a:lnTo>
                  <a:lnTo>
                    <a:pt x="1062689" y="127000"/>
                  </a:lnTo>
                  <a:lnTo>
                    <a:pt x="1020559" y="101600"/>
                  </a:lnTo>
                  <a:lnTo>
                    <a:pt x="935519" y="76200"/>
                  </a:lnTo>
                  <a:lnTo>
                    <a:pt x="892616" y="50800"/>
                  </a:lnTo>
                  <a:lnTo>
                    <a:pt x="762423" y="12700"/>
                  </a:lnTo>
                  <a:lnTo>
                    <a:pt x="73198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5322AB1-5C7D-615F-B5B7-47FE4786E797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112038"/>
              <a:ext cx="562684" cy="5042818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FB06B95-1BF3-04A1-53F9-F813DE030E82}"/>
                </a:ext>
              </a:extLst>
            </p:cNvPr>
            <p:cNvSpPr/>
            <p:nvPr/>
          </p:nvSpPr>
          <p:spPr>
            <a:xfrm>
              <a:off x="1016000" y="2959100"/>
              <a:ext cx="6781800" cy="3086100"/>
            </a:xfrm>
            <a:custGeom>
              <a:avLst/>
              <a:gdLst/>
              <a:ahLst/>
              <a:cxnLst/>
              <a:rect l="l" t="t" r="r" b="b"/>
              <a:pathLst>
                <a:path w="6781800" h="3086100">
                  <a:moveTo>
                    <a:pt x="6616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2921000"/>
                  </a:lnTo>
                  <a:lnTo>
                    <a:pt x="5897" y="2964891"/>
                  </a:lnTo>
                  <a:lnTo>
                    <a:pt x="22540" y="3004330"/>
                  </a:lnTo>
                  <a:lnTo>
                    <a:pt x="48355" y="3037744"/>
                  </a:lnTo>
                  <a:lnTo>
                    <a:pt x="81769" y="3063559"/>
                  </a:lnTo>
                  <a:lnTo>
                    <a:pt x="121208" y="3080202"/>
                  </a:lnTo>
                  <a:lnTo>
                    <a:pt x="165100" y="3086100"/>
                  </a:lnTo>
                  <a:lnTo>
                    <a:pt x="6616700" y="3086100"/>
                  </a:lnTo>
                  <a:lnTo>
                    <a:pt x="6660591" y="3080202"/>
                  </a:lnTo>
                  <a:lnTo>
                    <a:pt x="6700030" y="3063559"/>
                  </a:lnTo>
                  <a:lnTo>
                    <a:pt x="6733444" y="3037744"/>
                  </a:lnTo>
                  <a:lnTo>
                    <a:pt x="6759259" y="3004330"/>
                  </a:lnTo>
                  <a:lnTo>
                    <a:pt x="6775902" y="2964891"/>
                  </a:lnTo>
                  <a:lnTo>
                    <a:pt x="6781800" y="2921000"/>
                  </a:lnTo>
                  <a:lnTo>
                    <a:pt x="6781800" y="165100"/>
                  </a:lnTo>
                  <a:lnTo>
                    <a:pt x="6775902" y="121208"/>
                  </a:lnTo>
                  <a:lnTo>
                    <a:pt x="6759259" y="81769"/>
                  </a:lnTo>
                  <a:lnTo>
                    <a:pt x="6733444" y="48355"/>
                  </a:lnTo>
                  <a:lnTo>
                    <a:pt x="6700030" y="22540"/>
                  </a:lnTo>
                  <a:lnTo>
                    <a:pt x="6660591" y="5897"/>
                  </a:lnTo>
                  <a:lnTo>
                    <a:pt x="661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AA132EF7-9246-E1E7-AAE4-A3855F6BBB73}"/>
                </a:ext>
              </a:extLst>
            </p:cNvPr>
            <p:cNvSpPr/>
            <p:nvPr/>
          </p:nvSpPr>
          <p:spPr>
            <a:xfrm>
              <a:off x="1016000" y="938174"/>
              <a:ext cx="4318000" cy="5120005"/>
            </a:xfrm>
            <a:custGeom>
              <a:avLst/>
              <a:gdLst/>
              <a:ahLst/>
              <a:cxnLst/>
              <a:rect l="l" t="t" r="r" b="b"/>
              <a:pathLst>
                <a:path w="4318000" h="5120005">
                  <a:moveTo>
                    <a:pt x="914400" y="4192625"/>
                  </a:moveTo>
                  <a:lnTo>
                    <a:pt x="0" y="4192625"/>
                  </a:lnTo>
                  <a:lnTo>
                    <a:pt x="0" y="4943653"/>
                  </a:lnTo>
                  <a:lnTo>
                    <a:pt x="5829" y="4987087"/>
                  </a:lnTo>
                  <a:lnTo>
                    <a:pt x="22301" y="5026114"/>
                  </a:lnTo>
                  <a:lnTo>
                    <a:pt x="47853" y="5059172"/>
                  </a:lnTo>
                  <a:lnTo>
                    <a:pt x="80911" y="5084724"/>
                  </a:lnTo>
                  <a:lnTo>
                    <a:pt x="119938" y="5101196"/>
                  </a:lnTo>
                  <a:lnTo>
                    <a:pt x="163372" y="5107025"/>
                  </a:lnTo>
                  <a:lnTo>
                    <a:pt x="914400" y="5107025"/>
                  </a:lnTo>
                  <a:lnTo>
                    <a:pt x="914400" y="4192625"/>
                  </a:lnTo>
                  <a:close/>
                </a:path>
                <a:path w="4318000" h="5120005">
                  <a:moveTo>
                    <a:pt x="2243836" y="78041"/>
                  </a:moveTo>
                  <a:lnTo>
                    <a:pt x="2237702" y="47663"/>
                  </a:lnTo>
                  <a:lnTo>
                    <a:pt x="2220976" y="22860"/>
                  </a:lnTo>
                  <a:lnTo>
                    <a:pt x="2196173" y="6134"/>
                  </a:lnTo>
                  <a:lnTo>
                    <a:pt x="2165794" y="0"/>
                  </a:lnTo>
                  <a:lnTo>
                    <a:pt x="125336" y="0"/>
                  </a:lnTo>
                  <a:lnTo>
                    <a:pt x="94957" y="6134"/>
                  </a:lnTo>
                  <a:lnTo>
                    <a:pt x="70142" y="22860"/>
                  </a:lnTo>
                  <a:lnTo>
                    <a:pt x="53416" y="47663"/>
                  </a:lnTo>
                  <a:lnTo>
                    <a:pt x="47282" y="78041"/>
                  </a:lnTo>
                  <a:lnTo>
                    <a:pt x="47282" y="379158"/>
                  </a:lnTo>
                  <a:lnTo>
                    <a:pt x="53416" y="409536"/>
                  </a:lnTo>
                  <a:lnTo>
                    <a:pt x="70142" y="434340"/>
                  </a:lnTo>
                  <a:lnTo>
                    <a:pt x="94957" y="451065"/>
                  </a:lnTo>
                  <a:lnTo>
                    <a:pt x="125336" y="457200"/>
                  </a:lnTo>
                  <a:lnTo>
                    <a:pt x="2165794" y="457200"/>
                  </a:lnTo>
                  <a:lnTo>
                    <a:pt x="2196173" y="451065"/>
                  </a:lnTo>
                  <a:lnTo>
                    <a:pt x="2220976" y="434340"/>
                  </a:lnTo>
                  <a:lnTo>
                    <a:pt x="2237702" y="409536"/>
                  </a:lnTo>
                  <a:lnTo>
                    <a:pt x="2243836" y="379158"/>
                  </a:lnTo>
                  <a:lnTo>
                    <a:pt x="2243836" y="78041"/>
                  </a:lnTo>
                  <a:close/>
                </a:path>
                <a:path w="4318000" h="5120005">
                  <a:moveTo>
                    <a:pt x="4318000" y="4192625"/>
                  </a:moveTo>
                  <a:lnTo>
                    <a:pt x="3390900" y="4192625"/>
                  </a:lnTo>
                  <a:lnTo>
                    <a:pt x="3390900" y="5119725"/>
                  </a:lnTo>
                  <a:lnTo>
                    <a:pt x="4318000" y="5119725"/>
                  </a:lnTo>
                  <a:lnTo>
                    <a:pt x="4318000" y="4192625"/>
                  </a:lnTo>
                  <a:close/>
                </a:path>
              </a:pathLst>
            </a:custGeom>
            <a:solidFill>
              <a:srgbClr val="3D0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2F9BA0F4-0DED-7960-F6F3-59F7FB626F90}"/>
                </a:ext>
              </a:extLst>
            </p:cNvPr>
            <p:cNvSpPr/>
            <p:nvPr/>
          </p:nvSpPr>
          <p:spPr>
            <a:xfrm>
              <a:off x="5333997" y="5130799"/>
              <a:ext cx="2463800" cy="914400"/>
            </a:xfrm>
            <a:custGeom>
              <a:avLst/>
              <a:gdLst/>
              <a:ahLst/>
              <a:cxnLst/>
              <a:rect l="l" t="t" r="r" b="b"/>
              <a:pathLst>
                <a:path w="2463800" h="914400">
                  <a:moveTo>
                    <a:pt x="2463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317369" y="914400"/>
                  </a:lnTo>
                  <a:lnTo>
                    <a:pt x="2363653" y="906935"/>
                  </a:lnTo>
                  <a:lnTo>
                    <a:pt x="2403850" y="886147"/>
                  </a:lnTo>
                  <a:lnTo>
                    <a:pt x="2435547" y="854450"/>
                  </a:lnTo>
                  <a:lnTo>
                    <a:pt x="2456335" y="814253"/>
                  </a:lnTo>
                  <a:lnTo>
                    <a:pt x="2463800" y="767969"/>
                  </a:lnTo>
                  <a:lnTo>
                    <a:pt x="2463800" y="0"/>
                  </a:lnTo>
                  <a:close/>
                </a:path>
              </a:pathLst>
            </a:custGeom>
            <a:solidFill>
              <a:srgbClr val="A6A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CFE8ACD5-D7CD-E1E5-BCE8-CEA8B46F5C22}"/>
                </a:ext>
              </a:extLst>
            </p:cNvPr>
            <p:cNvSpPr/>
            <p:nvPr/>
          </p:nvSpPr>
          <p:spPr>
            <a:xfrm>
              <a:off x="1240997" y="5340313"/>
              <a:ext cx="464820" cy="461645"/>
            </a:xfrm>
            <a:custGeom>
              <a:avLst/>
              <a:gdLst/>
              <a:ahLst/>
              <a:cxnLst/>
              <a:rect l="l" t="t" r="r" b="b"/>
              <a:pathLst>
                <a:path w="464819" h="461645">
                  <a:moveTo>
                    <a:pt x="403644" y="70523"/>
                  </a:moveTo>
                  <a:lnTo>
                    <a:pt x="0" y="70523"/>
                  </a:lnTo>
                  <a:lnTo>
                    <a:pt x="0" y="461137"/>
                  </a:lnTo>
                  <a:lnTo>
                    <a:pt x="390613" y="461137"/>
                  </a:lnTo>
                  <a:lnTo>
                    <a:pt x="390613" y="420992"/>
                  </a:lnTo>
                  <a:lnTo>
                    <a:pt x="39065" y="420992"/>
                  </a:lnTo>
                  <a:lnTo>
                    <a:pt x="39065" y="342874"/>
                  </a:lnTo>
                  <a:lnTo>
                    <a:pt x="99941" y="342874"/>
                  </a:lnTo>
                  <a:lnTo>
                    <a:pt x="81860" y="330615"/>
                  </a:lnTo>
                  <a:lnTo>
                    <a:pt x="63877" y="303243"/>
                  </a:lnTo>
                  <a:lnTo>
                    <a:pt x="51968" y="266665"/>
                  </a:lnTo>
                  <a:lnTo>
                    <a:pt x="44880" y="221888"/>
                  </a:lnTo>
                  <a:lnTo>
                    <a:pt x="41360" y="169918"/>
                  </a:lnTo>
                  <a:lnTo>
                    <a:pt x="40157" y="111760"/>
                  </a:lnTo>
                  <a:lnTo>
                    <a:pt x="403740" y="111760"/>
                  </a:lnTo>
                  <a:lnTo>
                    <a:pt x="403644" y="70523"/>
                  </a:lnTo>
                  <a:close/>
                </a:path>
                <a:path w="464819" h="461645">
                  <a:moveTo>
                    <a:pt x="390613" y="393865"/>
                  </a:moveTo>
                  <a:lnTo>
                    <a:pt x="348297" y="393865"/>
                  </a:lnTo>
                  <a:lnTo>
                    <a:pt x="348297" y="420992"/>
                  </a:lnTo>
                  <a:lnTo>
                    <a:pt x="390613" y="420992"/>
                  </a:lnTo>
                  <a:lnTo>
                    <a:pt x="390613" y="393865"/>
                  </a:lnTo>
                  <a:close/>
                </a:path>
                <a:path w="464819" h="461645">
                  <a:moveTo>
                    <a:pt x="99941" y="342874"/>
                  </a:moveTo>
                  <a:lnTo>
                    <a:pt x="39065" y="342874"/>
                  </a:lnTo>
                  <a:lnTo>
                    <a:pt x="56813" y="364113"/>
                  </a:lnTo>
                  <a:lnTo>
                    <a:pt x="79344" y="380166"/>
                  </a:lnTo>
                  <a:lnTo>
                    <a:pt x="106964" y="390321"/>
                  </a:lnTo>
                  <a:lnTo>
                    <a:pt x="139979" y="393865"/>
                  </a:lnTo>
                  <a:lnTo>
                    <a:pt x="464400" y="393865"/>
                  </a:lnTo>
                  <a:lnTo>
                    <a:pt x="464400" y="353720"/>
                  </a:lnTo>
                  <a:lnTo>
                    <a:pt x="141058" y="353720"/>
                  </a:lnTo>
                  <a:lnTo>
                    <a:pt x="107170" y="347776"/>
                  </a:lnTo>
                  <a:lnTo>
                    <a:pt x="99941" y="342874"/>
                  </a:lnTo>
                  <a:close/>
                </a:path>
                <a:path w="464819" h="461645">
                  <a:moveTo>
                    <a:pt x="403740" y="111760"/>
                  </a:moveTo>
                  <a:lnTo>
                    <a:pt x="363486" y="111760"/>
                  </a:lnTo>
                  <a:lnTo>
                    <a:pt x="363964" y="167339"/>
                  </a:lnTo>
                  <a:lnTo>
                    <a:pt x="366277" y="221888"/>
                  </a:lnTo>
                  <a:lnTo>
                    <a:pt x="371691" y="272612"/>
                  </a:lnTo>
                  <a:lnTo>
                    <a:pt x="381545" y="317410"/>
                  </a:lnTo>
                  <a:lnTo>
                    <a:pt x="397129" y="353720"/>
                  </a:lnTo>
                  <a:lnTo>
                    <a:pt x="464400" y="353720"/>
                  </a:lnTo>
                  <a:lnTo>
                    <a:pt x="438804" y="342408"/>
                  </a:lnTo>
                  <a:lnTo>
                    <a:pt x="421646" y="311686"/>
                  </a:lnTo>
                  <a:lnTo>
                    <a:pt x="411305" y="266665"/>
                  </a:lnTo>
                  <a:lnTo>
                    <a:pt x="411238" y="266376"/>
                  </a:lnTo>
                  <a:lnTo>
                    <a:pt x="405894" y="211299"/>
                  </a:lnTo>
                  <a:lnTo>
                    <a:pt x="403925" y="151278"/>
                  </a:lnTo>
                  <a:lnTo>
                    <a:pt x="403740" y="111760"/>
                  </a:lnTo>
                  <a:close/>
                </a:path>
                <a:path w="464819" h="461645">
                  <a:moveTo>
                    <a:pt x="201815" y="0"/>
                  </a:moveTo>
                  <a:lnTo>
                    <a:pt x="161993" y="4916"/>
                  </a:lnTo>
                  <a:lnTo>
                    <a:pt x="126544" y="18988"/>
                  </a:lnTo>
                  <a:lnTo>
                    <a:pt x="96993" y="41196"/>
                  </a:lnTo>
                  <a:lnTo>
                    <a:pt x="74866" y="70523"/>
                  </a:lnTo>
                  <a:lnTo>
                    <a:pt x="124790" y="70523"/>
                  </a:lnTo>
                  <a:lnTo>
                    <a:pt x="142315" y="56619"/>
                  </a:lnTo>
                  <a:lnTo>
                    <a:pt x="161674" y="47194"/>
                  </a:lnTo>
                  <a:lnTo>
                    <a:pt x="181847" y="41839"/>
                  </a:lnTo>
                  <a:lnTo>
                    <a:pt x="201815" y="40144"/>
                  </a:lnTo>
                  <a:lnTo>
                    <a:pt x="305250" y="40144"/>
                  </a:lnTo>
                  <a:lnTo>
                    <a:pt x="277098" y="18988"/>
                  </a:lnTo>
                  <a:lnTo>
                    <a:pt x="241645" y="4916"/>
                  </a:lnTo>
                  <a:lnTo>
                    <a:pt x="201815" y="0"/>
                  </a:lnTo>
                  <a:close/>
                </a:path>
                <a:path w="464819" h="461645">
                  <a:moveTo>
                    <a:pt x="305250" y="40144"/>
                  </a:moveTo>
                  <a:lnTo>
                    <a:pt x="201815" y="40144"/>
                  </a:lnTo>
                  <a:lnTo>
                    <a:pt x="221335" y="41839"/>
                  </a:lnTo>
                  <a:lnTo>
                    <a:pt x="241563" y="47194"/>
                  </a:lnTo>
                  <a:lnTo>
                    <a:pt x="261176" y="56619"/>
                  </a:lnTo>
                  <a:lnTo>
                    <a:pt x="278853" y="70523"/>
                  </a:lnTo>
                  <a:lnTo>
                    <a:pt x="328777" y="70523"/>
                  </a:lnTo>
                  <a:lnTo>
                    <a:pt x="306650" y="41196"/>
                  </a:lnTo>
                  <a:lnTo>
                    <a:pt x="305250" y="401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1">
            <a:extLst>
              <a:ext uri="{FF2B5EF4-FFF2-40B4-BE49-F238E27FC236}">
                <a16:creationId xmlns:a16="http://schemas.microsoft.com/office/drawing/2014/main" id="{9D3E641A-89BC-046F-73BE-1D44382625C5}"/>
              </a:ext>
            </a:extLst>
          </p:cNvPr>
          <p:cNvSpPr txBox="1"/>
          <p:nvPr userDrawn="1"/>
        </p:nvSpPr>
        <p:spPr>
          <a:xfrm>
            <a:off x="1930400" y="5130800"/>
            <a:ext cx="2476500" cy="936000"/>
          </a:xfrm>
          <a:prstGeom prst="rect">
            <a:avLst/>
          </a:prstGeom>
          <a:solidFill>
            <a:srgbClr val="A6A6F4"/>
          </a:solidFill>
        </p:spPr>
        <p:txBody>
          <a:bodyPr vert="horz" wrap="square" lIns="0" tIns="187960" rIns="0" bIns="0" rtlCol="0">
            <a:spAutoFit/>
          </a:bodyPr>
          <a:lstStyle/>
          <a:p>
            <a:pPr marL="245110">
              <a:lnSpc>
                <a:spcPts val="1675"/>
              </a:lnSpc>
              <a:spcBef>
                <a:spcPts val="1480"/>
              </a:spcBef>
            </a:pPr>
            <a:endParaRPr sz="2700" dirty="0">
              <a:latin typeface="Pulso"/>
              <a:cs typeface="Puls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1">
          <a:latin typeface="+mj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28EC402-BC9B-DBB2-4CBD-8B79F4470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EAA90F-9669-1998-303B-A7747B92A0A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7F58EF-2D7F-5AAA-C5A3-01779C486024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715C34-B3AA-C1D5-E347-EE1CFFE29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2127FAD-EF65-36DD-3CC0-2B999681340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9374D7-36BA-3797-4B87-6ADEF36F2854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83405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Puls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_04" id="{8BCAE2F2-1FC0-447F-B84F-E327BF0A08B9}" vid="{ABB55B22-9240-4EB5-905C-67D3DC69DE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8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Pulso</vt:lpstr>
      <vt:lpstr>Pulso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Zurlo</dc:creator>
  <cp:lastModifiedBy>Luciano Zurlo</cp:lastModifiedBy>
  <cp:revision>1</cp:revision>
  <dcterms:created xsi:type="dcterms:W3CDTF">2025-12-16T16:46:57Z</dcterms:created>
  <dcterms:modified xsi:type="dcterms:W3CDTF">2025-12-16T16:55:07Z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Creator">
    <vt:lpwstr>Adobe Illustrator 30.0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2025-12-03T00:00:00Z</vt:filetime>
  </property>
  <property fmtid="{D5CDD505-2E9C-101B-9397-08002B2CF9AE}" pid="6" name="Producer">
    <vt:lpwstr>Adobe PDF library 17.00</vt:lpwstr>
  </property>
</Properties>
</file>