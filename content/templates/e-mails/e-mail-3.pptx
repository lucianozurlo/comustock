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8890000" cy="6769100"/>
  <p:notesSz cx="8890000" cy="676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>
      <p:cViewPr varScale="1">
        <p:scale>
          <a:sx n="118" d="100"/>
          <a:sy n="118" d="100"/>
        </p:scale>
        <p:origin x="20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1368636" y="2969051"/>
            <a:ext cx="6152728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022851"/>
                </a:solidFill>
                <a:latin typeface="Pulso Light"/>
                <a:cs typeface="Pulso Light"/>
              </a:defRPr>
            </a:lvl1pPr>
          </a:lstStyle>
          <a:p>
            <a:pPr lvl="0"/>
            <a:r>
              <a:rPr lang="es-ES" dirty="0"/>
              <a:t>Texto principal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237F1F48-3C47-056D-9A80-98C1D347D28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16000" y="1403350"/>
            <a:ext cx="4869160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Pulso Light" pitchFamily="2" charset="0"/>
                <a:cs typeface="Pulso Light" pitchFamily="2" charset="0"/>
              </a:defRPr>
            </a:lvl1pPr>
          </a:lstStyle>
          <a:p>
            <a:pPr lvl="0"/>
            <a:r>
              <a:rPr lang="es-ES" dirty="0"/>
              <a:t>Título dos líneas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1A988197-4AC8-B9A4-91DC-D3202921058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244600" y="5441950"/>
            <a:ext cx="2525059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 b="1" i="0">
                <a:solidFill>
                  <a:schemeClr val="bg1"/>
                </a:solidFill>
                <a:latin typeface="+mj-lt"/>
                <a:cs typeface="Pulso Light" pitchFamily="2" charset="0"/>
              </a:defRPr>
            </a:lvl1pPr>
          </a:lstStyle>
          <a:p>
            <a:r>
              <a:rPr lang="es-AR" dirty="0"/>
              <a:t>Texto a resaltar</a:t>
            </a:r>
            <a:endParaRPr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4B141D9-2F0C-31E5-5345-400702381F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850900"/>
            <a:ext cx="1828800" cy="476250"/>
          </a:xfrm>
          <a:prstGeom prst="rect">
            <a:avLst/>
          </a:prstGeom>
        </p:spPr>
        <p:txBody>
          <a:bodyPr/>
          <a:lstStyle>
            <a:lvl1pPr algn="ctr">
              <a:defRPr sz="1700" b="0"/>
            </a:lvl1pPr>
          </a:lstStyle>
          <a:p>
            <a:pPr lvl="0"/>
            <a:r>
              <a:rPr lang="es-ES" dirty="0"/>
              <a:t>Volanta</a:t>
            </a:r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20243" y="150380"/>
            <a:ext cx="8649513" cy="643087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238762" y="2801180"/>
            <a:ext cx="3531235" cy="3780154"/>
          </a:xfrm>
          <a:custGeom>
            <a:avLst/>
            <a:gdLst/>
            <a:ahLst/>
            <a:cxnLst/>
            <a:rect l="l" t="t" r="r" b="b"/>
            <a:pathLst>
              <a:path w="3531234" h="3780154">
                <a:moveTo>
                  <a:pt x="3530993" y="0"/>
                </a:moveTo>
                <a:lnTo>
                  <a:pt x="3458954" y="2960"/>
                </a:lnTo>
                <a:lnTo>
                  <a:pt x="3411277" y="5747"/>
                </a:lnTo>
                <a:lnTo>
                  <a:pt x="3363766" y="9143"/>
                </a:lnTo>
                <a:lnTo>
                  <a:pt x="3316423" y="13144"/>
                </a:lnTo>
                <a:lnTo>
                  <a:pt x="3269253" y="17747"/>
                </a:lnTo>
                <a:lnTo>
                  <a:pt x="3222261" y="22946"/>
                </a:lnTo>
                <a:lnTo>
                  <a:pt x="3175448" y="28739"/>
                </a:lnTo>
                <a:lnTo>
                  <a:pt x="3128820" y="35121"/>
                </a:lnTo>
                <a:lnTo>
                  <a:pt x="3082380" y="42089"/>
                </a:lnTo>
                <a:lnTo>
                  <a:pt x="3036133" y="49639"/>
                </a:lnTo>
                <a:lnTo>
                  <a:pt x="2990081" y="57767"/>
                </a:lnTo>
                <a:lnTo>
                  <a:pt x="2944229" y="66469"/>
                </a:lnTo>
                <a:lnTo>
                  <a:pt x="2898581" y="75741"/>
                </a:lnTo>
                <a:lnTo>
                  <a:pt x="2853141" y="85580"/>
                </a:lnTo>
                <a:lnTo>
                  <a:pt x="2807912" y="95981"/>
                </a:lnTo>
                <a:lnTo>
                  <a:pt x="2762898" y="106941"/>
                </a:lnTo>
                <a:lnTo>
                  <a:pt x="2718104" y="118455"/>
                </a:lnTo>
                <a:lnTo>
                  <a:pt x="2673532" y="130521"/>
                </a:lnTo>
                <a:lnTo>
                  <a:pt x="2629187" y="143133"/>
                </a:lnTo>
                <a:lnTo>
                  <a:pt x="2585073" y="156289"/>
                </a:lnTo>
                <a:lnTo>
                  <a:pt x="2541194" y="169984"/>
                </a:lnTo>
                <a:lnTo>
                  <a:pt x="2497552" y="184215"/>
                </a:lnTo>
                <a:lnTo>
                  <a:pt x="2454154" y="198978"/>
                </a:lnTo>
                <a:lnTo>
                  <a:pt x="2411001" y="214268"/>
                </a:lnTo>
                <a:lnTo>
                  <a:pt x="2368098" y="230082"/>
                </a:lnTo>
                <a:lnTo>
                  <a:pt x="2325450" y="246416"/>
                </a:lnTo>
                <a:lnTo>
                  <a:pt x="2283059" y="263267"/>
                </a:lnTo>
                <a:lnTo>
                  <a:pt x="2240929" y="280629"/>
                </a:lnTo>
                <a:lnTo>
                  <a:pt x="2199065" y="298501"/>
                </a:lnTo>
                <a:lnTo>
                  <a:pt x="2157470" y="316877"/>
                </a:lnTo>
                <a:lnTo>
                  <a:pt x="2116149" y="335754"/>
                </a:lnTo>
                <a:lnTo>
                  <a:pt x="2075104" y="355127"/>
                </a:lnTo>
                <a:lnTo>
                  <a:pt x="2034341" y="374994"/>
                </a:lnTo>
                <a:lnTo>
                  <a:pt x="1993862" y="395350"/>
                </a:lnTo>
                <a:lnTo>
                  <a:pt x="1953671" y="416192"/>
                </a:lnTo>
                <a:lnTo>
                  <a:pt x="1913773" y="437515"/>
                </a:lnTo>
                <a:lnTo>
                  <a:pt x="1874172" y="459315"/>
                </a:lnTo>
                <a:lnTo>
                  <a:pt x="1834870" y="481589"/>
                </a:lnTo>
                <a:lnTo>
                  <a:pt x="1795873" y="504334"/>
                </a:lnTo>
                <a:lnTo>
                  <a:pt x="1757183" y="527544"/>
                </a:lnTo>
                <a:lnTo>
                  <a:pt x="1718806" y="551217"/>
                </a:lnTo>
                <a:lnTo>
                  <a:pt x="1680743" y="575347"/>
                </a:lnTo>
                <a:lnTo>
                  <a:pt x="1643001" y="599933"/>
                </a:lnTo>
                <a:lnTo>
                  <a:pt x="1605581" y="624969"/>
                </a:lnTo>
                <a:lnTo>
                  <a:pt x="1568489" y="650452"/>
                </a:lnTo>
                <a:lnTo>
                  <a:pt x="1531728" y="676377"/>
                </a:lnTo>
                <a:lnTo>
                  <a:pt x="1495301" y="702742"/>
                </a:lnTo>
                <a:lnTo>
                  <a:pt x="1459214" y="729542"/>
                </a:lnTo>
                <a:lnTo>
                  <a:pt x="1423469" y="756774"/>
                </a:lnTo>
                <a:lnTo>
                  <a:pt x="1388070" y="784432"/>
                </a:lnTo>
                <a:lnTo>
                  <a:pt x="1353022" y="812515"/>
                </a:lnTo>
                <a:lnTo>
                  <a:pt x="1318328" y="841017"/>
                </a:lnTo>
                <a:lnTo>
                  <a:pt x="1283992" y="869935"/>
                </a:lnTo>
                <a:lnTo>
                  <a:pt x="1250018" y="899266"/>
                </a:lnTo>
                <a:lnTo>
                  <a:pt x="1216410" y="929004"/>
                </a:lnTo>
                <a:lnTo>
                  <a:pt x="1183171" y="959147"/>
                </a:lnTo>
                <a:lnTo>
                  <a:pt x="1150306" y="989690"/>
                </a:lnTo>
                <a:lnTo>
                  <a:pt x="1117818" y="1020630"/>
                </a:lnTo>
                <a:lnTo>
                  <a:pt x="1085711" y="1051962"/>
                </a:lnTo>
                <a:lnTo>
                  <a:pt x="1053990" y="1083684"/>
                </a:lnTo>
                <a:lnTo>
                  <a:pt x="1022657" y="1115790"/>
                </a:lnTo>
                <a:lnTo>
                  <a:pt x="991717" y="1148278"/>
                </a:lnTo>
                <a:lnTo>
                  <a:pt x="961173" y="1181143"/>
                </a:lnTo>
                <a:lnTo>
                  <a:pt x="931031" y="1214382"/>
                </a:lnTo>
                <a:lnTo>
                  <a:pt x="901292" y="1247990"/>
                </a:lnTo>
                <a:lnTo>
                  <a:pt x="871962" y="1281964"/>
                </a:lnTo>
                <a:lnTo>
                  <a:pt x="843043" y="1316300"/>
                </a:lnTo>
                <a:lnTo>
                  <a:pt x="814541" y="1350994"/>
                </a:lnTo>
                <a:lnTo>
                  <a:pt x="786458" y="1386042"/>
                </a:lnTo>
                <a:lnTo>
                  <a:pt x="758799" y="1421440"/>
                </a:lnTo>
                <a:lnTo>
                  <a:pt x="731568" y="1457185"/>
                </a:lnTo>
                <a:lnTo>
                  <a:pt x="704768" y="1493272"/>
                </a:lnTo>
                <a:lnTo>
                  <a:pt x="678403" y="1529699"/>
                </a:lnTo>
                <a:lnTo>
                  <a:pt x="652477" y="1566460"/>
                </a:lnTo>
                <a:lnTo>
                  <a:pt x="626994" y="1603552"/>
                </a:lnTo>
                <a:lnTo>
                  <a:pt x="601958" y="1640971"/>
                </a:lnTo>
                <a:lnTo>
                  <a:pt x="577372" y="1678714"/>
                </a:lnTo>
                <a:lnTo>
                  <a:pt x="553241" y="1716776"/>
                </a:lnTo>
                <a:lnTo>
                  <a:pt x="529568" y="1755153"/>
                </a:lnTo>
                <a:lnTo>
                  <a:pt x="506358" y="1793843"/>
                </a:lnTo>
                <a:lnTo>
                  <a:pt x="483614" y="1832840"/>
                </a:lnTo>
                <a:lnTo>
                  <a:pt x="461339" y="1872141"/>
                </a:lnTo>
                <a:lnTo>
                  <a:pt x="439538" y="1911743"/>
                </a:lnTo>
                <a:lnTo>
                  <a:pt x="418215" y="1951641"/>
                </a:lnTo>
                <a:lnTo>
                  <a:pt x="397374" y="1991831"/>
                </a:lnTo>
                <a:lnTo>
                  <a:pt x="377018" y="2032310"/>
                </a:lnTo>
                <a:lnTo>
                  <a:pt x="357151" y="2073073"/>
                </a:lnTo>
                <a:lnTo>
                  <a:pt x="337777" y="2114118"/>
                </a:lnTo>
                <a:lnTo>
                  <a:pt x="318900" y="2155439"/>
                </a:lnTo>
                <a:lnTo>
                  <a:pt x="300524" y="2197034"/>
                </a:lnTo>
                <a:lnTo>
                  <a:pt x="282652" y="2238898"/>
                </a:lnTo>
                <a:lnTo>
                  <a:pt x="265289" y="2281027"/>
                </a:lnTo>
                <a:lnTo>
                  <a:pt x="248439" y="2323418"/>
                </a:lnTo>
                <a:lnTo>
                  <a:pt x="232104" y="2366066"/>
                </a:lnTo>
                <a:lnTo>
                  <a:pt x="216290" y="2408969"/>
                </a:lnTo>
                <a:lnTo>
                  <a:pt x="201000" y="2452122"/>
                </a:lnTo>
                <a:lnTo>
                  <a:pt x="186237" y="2495520"/>
                </a:lnTo>
                <a:lnTo>
                  <a:pt x="172006" y="2539161"/>
                </a:lnTo>
                <a:lnTo>
                  <a:pt x="158311" y="2583041"/>
                </a:lnTo>
                <a:lnTo>
                  <a:pt x="145155" y="2627155"/>
                </a:lnTo>
                <a:lnTo>
                  <a:pt x="132542" y="2671499"/>
                </a:lnTo>
                <a:lnTo>
                  <a:pt x="120477" y="2716071"/>
                </a:lnTo>
                <a:lnTo>
                  <a:pt x="108962" y="2760865"/>
                </a:lnTo>
                <a:lnTo>
                  <a:pt x="98002" y="2805879"/>
                </a:lnTo>
                <a:lnTo>
                  <a:pt x="87601" y="2851108"/>
                </a:lnTo>
                <a:lnTo>
                  <a:pt x="77763" y="2896548"/>
                </a:lnTo>
                <a:lnTo>
                  <a:pt x="68490" y="2942196"/>
                </a:lnTo>
                <a:lnTo>
                  <a:pt x="59788" y="2988048"/>
                </a:lnTo>
                <a:lnTo>
                  <a:pt x="51660" y="3034100"/>
                </a:lnTo>
                <a:lnTo>
                  <a:pt x="44110" y="3080347"/>
                </a:lnTo>
                <a:lnTo>
                  <a:pt x="37142" y="3126787"/>
                </a:lnTo>
                <a:lnTo>
                  <a:pt x="30760" y="3173415"/>
                </a:lnTo>
                <a:lnTo>
                  <a:pt x="24967" y="3220227"/>
                </a:lnTo>
                <a:lnTo>
                  <a:pt x="19768" y="3267220"/>
                </a:lnTo>
                <a:lnTo>
                  <a:pt x="15165" y="3314390"/>
                </a:lnTo>
                <a:lnTo>
                  <a:pt x="11164" y="3361732"/>
                </a:lnTo>
                <a:lnTo>
                  <a:pt x="7768" y="3409244"/>
                </a:lnTo>
                <a:lnTo>
                  <a:pt x="4981" y="3456920"/>
                </a:lnTo>
                <a:lnTo>
                  <a:pt x="2806" y="3504758"/>
                </a:lnTo>
                <a:lnTo>
                  <a:pt x="1253" y="3552608"/>
                </a:lnTo>
                <a:lnTo>
                  <a:pt x="310" y="3600902"/>
                </a:lnTo>
                <a:lnTo>
                  <a:pt x="0" y="3649201"/>
                </a:lnTo>
                <a:lnTo>
                  <a:pt x="289" y="3694221"/>
                </a:lnTo>
                <a:lnTo>
                  <a:pt x="313" y="3697622"/>
                </a:lnTo>
                <a:lnTo>
                  <a:pt x="1248" y="3745649"/>
                </a:lnTo>
                <a:lnTo>
                  <a:pt x="2365" y="3780073"/>
                </a:lnTo>
                <a:lnTo>
                  <a:pt x="1449620" y="3780073"/>
                </a:lnTo>
                <a:lnTo>
                  <a:pt x="1447752" y="3745795"/>
                </a:lnTo>
                <a:lnTo>
                  <a:pt x="1446178" y="3697622"/>
                </a:lnTo>
                <a:lnTo>
                  <a:pt x="1445651" y="3649201"/>
                </a:lnTo>
                <a:lnTo>
                  <a:pt x="1446177" y="3600902"/>
                </a:lnTo>
                <a:lnTo>
                  <a:pt x="1447748" y="3552753"/>
                </a:lnTo>
                <a:lnTo>
                  <a:pt x="1450360" y="3504758"/>
                </a:lnTo>
                <a:lnTo>
                  <a:pt x="1453999" y="3457047"/>
                </a:lnTo>
                <a:lnTo>
                  <a:pt x="1458650" y="3409682"/>
                </a:lnTo>
                <a:lnTo>
                  <a:pt x="1464304" y="3362607"/>
                </a:lnTo>
                <a:lnTo>
                  <a:pt x="1470950" y="3315835"/>
                </a:lnTo>
                <a:lnTo>
                  <a:pt x="1478578" y="3269375"/>
                </a:lnTo>
                <a:lnTo>
                  <a:pt x="1487176" y="3223239"/>
                </a:lnTo>
                <a:lnTo>
                  <a:pt x="1496734" y="3177438"/>
                </a:lnTo>
                <a:lnTo>
                  <a:pt x="1507241" y="3131983"/>
                </a:lnTo>
                <a:lnTo>
                  <a:pt x="1518685" y="3086885"/>
                </a:lnTo>
                <a:lnTo>
                  <a:pt x="1531056" y="3042154"/>
                </a:lnTo>
                <a:lnTo>
                  <a:pt x="1544343" y="2997802"/>
                </a:lnTo>
                <a:lnTo>
                  <a:pt x="1558534" y="2953839"/>
                </a:lnTo>
                <a:lnTo>
                  <a:pt x="1573619" y="2910278"/>
                </a:lnTo>
                <a:lnTo>
                  <a:pt x="1589588" y="2867127"/>
                </a:lnTo>
                <a:lnTo>
                  <a:pt x="1606428" y="2824400"/>
                </a:lnTo>
                <a:lnTo>
                  <a:pt x="1624128" y="2782105"/>
                </a:lnTo>
                <a:lnTo>
                  <a:pt x="1642679" y="2740256"/>
                </a:lnTo>
                <a:lnTo>
                  <a:pt x="1662069" y="2698861"/>
                </a:lnTo>
                <a:lnTo>
                  <a:pt x="1682287" y="2657933"/>
                </a:lnTo>
                <a:lnTo>
                  <a:pt x="1703322" y="2617483"/>
                </a:lnTo>
                <a:lnTo>
                  <a:pt x="1725163" y="2577520"/>
                </a:lnTo>
                <a:lnTo>
                  <a:pt x="1747800" y="2538057"/>
                </a:lnTo>
                <a:lnTo>
                  <a:pt x="1771220" y="2499104"/>
                </a:lnTo>
                <a:lnTo>
                  <a:pt x="1795414" y="2460672"/>
                </a:lnTo>
                <a:lnTo>
                  <a:pt x="1820370" y="2422772"/>
                </a:lnTo>
                <a:lnTo>
                  <a:pt x="1846077" y="2385416"/>
                </a:lnTo>
                <a:lnTo>
                  <a:pt x="1872525" y="2348613"/>
                </a:lnTo>
                <a:lnTo>
                  <a:pt x="1899702" y="2312375"/>
                </a:lnTo>
                <a:lnTo>
                  <a:pt x="1927598" y="2276714"/>
                </a:lnTo>
                <a:lnTo>
                  <a:pt x="1956201" y="2241639"/>
                </a:lnTo>
                <a:lnTo>
                  <a:pt x="1985500" y="2207162"/>
                </a:lnTo>
                <a:lnTo>
                  <a:pt x="2015486" y="2173294"/>
                </a:lnTo>
                <a:lnTo>
                  <a:pt x="2046145" y="2140046"/>
                </a:lnTo>
                <a:lnTo>
                  <a:pt x="2077469" y="2107429"/>
                </a:lnTo>
                <a:lnTo>
                  <a:pt x="2109445" y="2075453"/>
                </a:lnTo>
                <a:lnTo>
                  <a:pt x="2142063" y="2044130"/>
                </a:lnTo>
                <a:lnTo>
                  <a:pt x="2175311" y="2013470"/>
                </a:lnTo>
                <a:lnTo>
                  <a:pt x="2209180" y="1983486"/>
                </a:lnTo>
                <a:lnTo>
                  <a:pt x="2243657" y="1954186"/>
                </a:lnTo>
                <a:lnTo>
                  <a:pt x="2278732" y="1925584"/>
                </a:lnTo>
                <a:lnTo>
                  <a:pt x="2314394" y="1897688"/>
                </a:lnTo>
                <a:lnTo>
                  <a:pt x="2350632" y="1870512"/>
                </a:lnTo>
                <a:lnTo>
                  <a:pt x="2387435" y="1844064"/>
                </a:lnTo>
                <a:lnTo>
                  <a:pt x="2424792" y="1818357"/>
                </a:lnTo>
                <a:lnTo>
                  <a:pt x="2462693" y="1793401"/>
                </a:lnTo>
                <a:lnTo>
                  <a:pt x="2501125" y="1769208"/>
                </a:lnTo>
                <a:lnTo>
                  <a:pt x="2540078" y="1745788"/>
                </a:lnTo>
                <a:lnTo>
                  <a:pt x="2579542" y="1723152"/>
                </a:lnTo>
                <a:lnTo>
                  <a:pt x="2619505" y="1701311"/>
                </a:lnTo>
                <a:lnTo>
                  <a:pt x="2659956" y="1680276"/>
                </a:lnTo>
                <a:lnTo>
                  <a:pt x="2700884" y="1660058"/>
                </a:lnTo>
                <a:lnTo>
                  <a:pt x="2742279" y="1640669"/>
                </a:lnTo>
                <a:lnTo>
                  <a:pt x="2784130" y="1622118"/>
                </a:lnTo>
                <a:lnTo>
                  <a:pt x="2826424" y="1604417"/>
                </a:lnTo>
                <a:lnTo>
                  <a:pt x="2869152" y="1587578"/>
                </a:lnTo>
                <a:lnTo>
                  <a:pt x="2912303" y="1571610"/>
                </a:lnTo>
                <a:lnTo>
                  <a:pt x="2955865" y="1556525"/>
                </a:lnTo>
                <a:lnTo>
                  <a:pt x="2999828" y="1542333"/>
                </a:lnTo>
                <a:lnTo>
                  <a:pt x="3044181" y="1529047"/>
                </a:lnTo>
                <a:lnTo>
                  <a:pt x="3088912" y="1516676"/>
                </a:lnTo>
                <a:lnTo>
                  <a:pt x="3134011" y="1505232"/>
                </a:lnTo>
                <a:lnTo>
                  <a:pt x="3179467" y="1494726"/>
                </a:lnTo>
                <a:lnTo>
                  <a:pt x="3225268" y="1485168"/>
                </a:lnTo>
                <a:lnTo>
                  <a:pt x="3271404" y="1476569"/>
                </a:lnTo>
                <a:lnTo>
                  <a:pt x="3317865" y="1468942"/>
                </a:lnTo>
                <a:lnTo>
                  <a:pt x="3364638" y="1462295"/>
                </a:lnTo>
                <a:lnTo>
                  <a:pt x="3411713" y="1456642"/>
                </a:lnTo>
                <a:lnTo>
                  <a:pt x="3459079" y="1451991"/>
                </a:lnTo>
                <a:lnTo>
                  <a:pt x="3506725" y="1448355"/>
                </a:lnTo>
                <a:lnTo>
                  <a:pt x="3530993" y="1447033"/>
                </a:lnTo>
                <a:lnTo>
                  <a:pt x="3530993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243" y="155054"/>
            <a:ext cx="3303904" cy="6426200"/>
          </a:xfrm>
          <a:custGeom>
            <a:avLst/>
            <a:gdLst/>
            <a:ahLst/>
            <a:cxnLst/>
            <a:rect l="l" t="t" r="r" b="b"/>
            <a:pathLst>
              <a:path w="3303904" h="6426200">
                <a:moveTo>
                  <a:pt x="732024" y="0"/>
                </a:moveTo>
                <a:lnTo>
                  <a:pt x="99606" y="0"/>
                </a:lnTo>
                <a:lnTo>
                  <a:pt x="60832" y="12700"/>
                </a:lnTo>
                <a:lnTo>
                  <a:pt x="29171" y="25400"/>
                </a:lnTo>
                <a:lnTo>
                  <a:pt x="7826" y="50800"/>
                </a:lnTo>
                <a:lnTo>
                  <a:pt x="0" y="88900"/>
                </a:lnTo>
                <a:lnTo>
                  <a:pt x="0" y="1308100"/>
                </a:lnTo>
                <a:lnTo>
                  <a:pt x="32206" y="1320800"/>
                </a:lnTo>
                <a:lnTo>
                  <a:pt x="78342" y="1320800"/>
                </a:lnTo>
                <a:lnTo>
                  <a:pt x="391307" y="1409700"/>
                </a:lnTo>
                <a:lnTo>
                  <a:pt x="434458" y="1435100"/>
                </a:lnTo>
                <a:lnTo>
                  <a:pt x="519481" y="1460500"/>
                </a:lnTo>
                <a:lnTo>
                  <a:pt x="561331" y="1485900"/>
                </a:lnTo>
                <a:lnTo>
                  <a:pt x="602726" y="1498600"/>
                </a:lnTo>
                <a:lnTo>
                  <a:pt x="643655" y="1524000"/>
                </a:lnTo>
                <a:lnTo>
                  <a:pt x="684106" y="1536700"/>
                </a:lnTo>
                <a:lnTo>
                  <a:pt x="763532" y="1587500"/>
                </a:lnTo>
                <a:lnTo>
                  <a:pt x="840918" y="1638300"/>
                </a:lnTo>
                <a:lnTo>
                  <a:pt x="916175" y="1689100"/>
                </a:lnTo>
                <a:lnTo>
                  <a:pt x="952978" y="1714500"/>
                </a:lnTo>
                <a:lnTo>
                  <a:pt x="989216" y="1739900"/>
                </a:lnTo>
                <a:lnTo>
                  <a:pt x="1024878" y="1765300"/>
                </a:lnTo>
                <a:lnTo>
                  <a:pt x="1059954" y="1790700"/>
                </a:lnTo>
                <a:lnTo>
                  <a:pt x="1094431" y="1828800"/>
                </a:lnTo>
                <a:lnTo>
                  <a:pt x="1128299" y="1854200"/>
                </a:lnTo>
                <a:lnTo>
                  <a:pt x="1161548" y="1879600"/>
                </a:lnTo>
                <a:lnTo>
                  <a:pt x="1194166" y="1917700"/>
                </a:lnTo>
                <a:lnTo>
                  <a:pt x="1226142" y="1943100"/>
                </a:lnTo>
                <a:lnTo>
                  <a:pt x="1257465" y="1981200"/>
                </a:lnTo>
                <a:lnTo>
                  <a:pt x="1288125" y="2019300"/>
                </a:lnTo>
                <a:lnTo>
                  <a:pt x="1318110" y="2044700"/>
                </a:lnTo>
                <a:lnTo>
                  <a:pt x="1347410" y="2082800"/>
                </a:lnTo>
                <a:lnTo>
                  <a:pt x="1376013" y="2120900"/>
                </a:lnTo>
                <a:lnTo>
                  <a:pt x="1403908" y="2159000"/>
                </a:lnTo>
                <a:lnTo>
                  <a:pt x="1431086" y="2184400"/>
                </a:lnTo>
                <a:lnTo>
                  <a:pt x="1457533" y="2222500"/>
                </a:lnTo>
                <a:lnTo>
                  <a:pt x="1483241" y="2260600"/>
                </a:lnTo>
                <a:lnTo>
                  <a:pt x="1508197" y="2298700"/>
                </a:lnTo>
                <a:lnTo>
                  <a:pt x="1532390" y="2336800"/>
                </a:lnTo>
                <a:lnTo>
                  <a:pt x="1555811" y="2374900"/>
                </a:lnTo>
                <a:lnTo>
                  <a:pt x="1578447" y="2413000"/>
                </a:lnTo>
                <a:lnTo>
                  <a:pt x="1600288" y="2463800"/>
                </a:lnTo>
                <a:lnTo>
                  <a:pt x="1621323" y="2501900"/>
                </a:lnTo>
                <a:lnTo>
                  <a:pt x="1641541" y="2540000"/>
                </a:lnTo>
                <a:lnTo>
                  <a:pt x="1660931" y="2578100"/>
                </a:lnTo>
                <a:lnTo>
                  <a:pt x="1679482" y="2628900"/>
                </a:lnTo>
                <a:lnTo>
                  <a:pt x="1697183" y="2667000"/>
                </a:lnTo>
                <a:lnTo>
                  <a:pt x="1714023" y="2705100"/>
                </a:lnTo>
                <a:lnTo>
                  <a:pt x="1729991" y="2755900"/>
                </a:lnTo>
                <a:lnTo>
                  <a:pt x="1745076" y="2794000"/>
                </a:lnTo>
                <a:lnTo>
                  <a:pt x="1759268" y="2844800"/>
                </a:lnTo>
                <a:lnTo>
                  <a:pt x="1772554" y="2882900"/>
                </a:lnTo>
                <a:lnTo>
                  <a:pt x="1784925" y="2933700"/>
                </a:lnTo>
                <a:lnTo>
                  <a:pt x="1796370" y="2971800"/>
                </a:lnTo>
                <a:lnTo>
                  <a:pt x="1806876" y="3022600"/>
                </a:lnTo>
                <a:lnTo>
                  <a:pt x="1816434" y="3060700"/>
                </a:lnTo>
                <a:lnTo>
                  <a:pt x="1825032" y="3111500"/>
                </a:lnTo>
                <a:lnTo>
                  <a:pt x="1832660" y="3162300"/>
                </a:lnTo>
                <a:lnTo>
                  <a:pt x="1839307" y="3200400"/>
                </a:lnTo>
                <a:lnTo>
                  <a:pt x="1844961" y="3251200"/>
                </a:lnTo>
                <a:lnTo>
                  <a:pt x="1849611" y="3302000"/>
                </a:lnTo>
                <a:lnTo>
                  <a:pt x="1853247" y="3340100"/>
                </a:lnTo>
                <a:lnTo>
                  <a:pt x="1855858" y="3390900"/>
                </a:lnTo>
                <a:lnTo>
                  <a:pt x="1857433" y="3441700"/>
                </a:lnTo>
                <a:lnTo>
                  <a:pt x="1857960" y="3492500"/>
                </a:lnTo>
                <a:lnTo>
                  <a:pt x="1857433" y="3543300"/>
                </a:lnTo>
                <a:lnTo>
                  <a:pt x="1855858" y="3581400"/>
                </a:lnTo>
                <a:lnTo>
                  <a:pt x="1853247" y="3632200"/>
                </a:lnTo>
                <a:lnTo>
                  <a:pt x="1849611" y="3683000"/>
                </a:lnTo>
                <a:lnTo>
                  <a:pt x="1844961" y="3733800"/>
                </a:lnTo>
                <a:lnTo>
                  <a:pt x="1839307" y="3771900"/>
                </a:lnTo>
                <a:lnTo>
                  <a:pt x="1832660" y="3822700"/>
                </a:lnTo>
                <a:lnTo>
                  <a:pt x="1825032" y="3873500"/>
                </a:lnTo>
                <a:lnTo>
                  <a:pt x="1816434" y="3911600"/>
                </a:lnTo>
                <a:lnTo>
                  <a:pt x="1806876" y="3962400"/>
                </a:lnTo>
                <a:lnTo>
                  <a:pt x="1796370" y="4013200"/>
                </a:lnTo>
                <a:lnTo>
                  <a:pt x="1784925" y="4051300"/>
                </a:lnTo>
                <a:lnTo>
                  <a:pt x="1772554" y="4102100"/>
                </a:lnTo>
                <a:lnTo>
                  <a:pt x="1759268" y="4140200"/>
                </a:lnTo>
                <a:lnTo>
                  <a:pt x="1745076" y="4191000"/>
                </a:lnTo>
                <a:lnTo>
                  <a:pt x="1729991" y="4229100"/>
                </a:lnTo>
                <a:lnTo>
                  <a:pt x="1714023" y="4267200"/>
                </a:lnTo>
                <a:lnTo>
                  <a:pt x="1697183" y="4318000"/>
                </a:lnTo>
                <a:lnTo>
                  <a:pt x="1679482" y="4356100"/>
                </a:lnTo>
                <a:lnTo>
                  <a:pt x="1660931" y="4394200"/>
                </a:lnTo>
                <a:lnTo>
                  <a:pt x="1641541" y="4445000"/>
                </a:lnTo>
                <a:lnTo>
                  <a:pt x="1621323" y="4483100"/>
                </a:lnTo>
                <a:lnTo>
                  <a:pt x="1600288" y="4521200"/>
                </a:lnTo>
                <a:lnTo>
                  <a:pt x="1578447" y="4559300"/>
                </a:lnTo>
                <a:lnTo>
                  <a:pt x="1555811" y="4597400"/>
                </a:lnTo>
                <a:lnTo>
                  <a:pt x="1532390" y="4635500"/>
                </a:lnTo>
                <a:lnTo>
                  <a:pt x="1508197" y="4673600"/>
                </a:lnTo>
                <a:lnTo>
                  <a:pt x="1483241" y="4711700"/>
                </a:lnTo>
                <a:lnTo>
                  <a:pt x="1457533" y="4749800"/>
                </a:lnTo>
                <a:lnTo>
                  <a:pt x="1431086" y="4787900"/>
                </a:lnTo>
                <a:lnTo>
                  <a:pt x="1403908" y="4826000"/>
                </a:lnTo>
                <a:lnTo>
                  <a:pt x="1376013" y="4864100"/>
                </a:lnTo>
                <a:lnTo>
                  <a:pt x="1347410" y="4902200"/>
                </a:lnTo>
                <a:lnTo>
                  <a:pt x="1318110" y="4927600"/>
                </a:lnTo>
                <a:lnTo>
                  <a:pt x="1288125" y="4965700"/>
                </a:lnTo>
                <a:lnTo>
                  <a:pt x="1257465" y="5003800"/>
                </a:lnTo>
                <a:lnTo>
                  <a:pt x="1226142" y="5029200"/>
                </a:lnTo>
                <a:lnTo>
                  <a:pt x="1194166" y="5067300"/>
                </a:lnTo>
                <a:lnTo>
                  <a:pt x="1161548" y="5092700"/>
                </a:lnTo>
                <a:lnTo>
                  <a:pt x="1128299" y="5130800"/>
                </a:lnTo>
                <a:lnTo>
                  <a:pt x="1094431" y="5156200"/>
                </a:lnTo>
                <a:lnTo>
                  <a:pt x="1059954" y="5181600"/>
                </a:lnTo>
                <a:lnTo>
                  <a:pt x="1024878" y="5219700"/>
                </a:lnTo>
                <a:lnTo>
                  <a:pt x="989216" y="5245100"/>
                </a:lnTo>
                <a:lnTo>
                  <a:pt x="952978" y="5270500"/>
                </a:lnTo>
                <a:lnTo>
                  <a:pt x="916175" y="5295900"/>
                </a:lnTo>
                <a:lnTo>
                  <a:pt x="840918" y="5346700"/>
                </a:lnTo>
                <a:lnTo>
                  <a:pt x="763532" y="5397500"/>
                </a:lnTo>
                <a:lnTo>
                  <a:pt x="724069" y="5410200"/>
                </a:lnTo>
                <a:lnTo>
                  <a:pt x="643655" y="5461000"/>
                </a:lnTo>
                <a:lnTo>
                  <a:pt x="602726" y="5473700"/>
                </a:lnTo>
                <a:lnTo>
                  <a:pt x="561331" y="5499100"/>
                </a:lnTo>
                <a:lnTo>
                  <a:pt x="519481" y="5511800"/>
                </a:lnTo>
                <a:lnTo>
                  <a:pt x="477186" y="5537200"/>
                </a:lnTo>
                <a:lnTo>
                  <a:pt x="391307" y="5562600"/>
                </a:lnTo>
                <a:lnTo>
                  <a:pt x="347745" y="5588000"/>
                </a:lnTo>
                <a:lnTo>
                  <a:pt x="169600" y="5638800"/>
                </a:lnTo>
                <a:lnTo>
                  <a:pt x="124144" y="5638800"/>
                </a:lnTo>
                <a:lnTo>
                  <a:pt x="32206" y="5664200"/>
                </a:lnTo>
                <a:lnTo>
                  <a:pt x="0" y="5664200"/>
                </a:lnTo>
                <a:lnTo>
                  <a:pt x="0" y="6350000"/>
                </a:lnTo>
                <a:lnTo>
                  <a:pt x="7826" y="6375400"/>
                </a:lnTo>
                <a:lnTo>
                  <a:pt x="29171" y="6413500"/>
                </a:lnTo>
                <a:lnTo>
                  <a:pt x="60832" y="6426200"/>
                </a:lnTo>
                <a:lnTo>
                  <a:pt x="1814126" y="6426200"/>
                </a:lnTo>
                <a:lnTo>
                  <a:pt x="1844407" y="6413500"/>
                </a:lnTo>
                <a:lnTo>
                  <a:pt x="1880152" y="6388100"/>
                </a:lnTo>
                <a:lnTo>
                  <a:pt x="1915550" y="6350000"/>
                </a:lnTo>
                <a:lnTo>
                  <a:pt x="1985293" y="6299200"/>
                </a:lnTo>
                <a:lnTo>
                  <a:pt x="2019629" y="6273800"/>
                </a:lnTo>
                <a:lnTo>
                  <a:pt x="2053603" y="6235700"/>
                </a:lnTo>
                <a:lnTo>
                  <a:pt x="2120450" y="6184900"/>
                </a:lnTo>
                <a:lnTo>
                  <a:pt x="2153316" y="6146800"/>
                </a:lnTo>
                <a:lnTo>
                  <a:pt x="2185804" y="6121400"/>
                </a:lnTo>
                <a:lnTo>
                  <a:pt x="2217910" y="6083300"/>
                </a:lnTo>
                <a:lnTo>
                  <a:pt x="2249632" y="6057900"/>
                </a:lnTo>
                <a:lnTo>
                  <a:pt x="2280965" y="6019800"/>
                </a:lnTo>
                <a:lnTo>
                  <a:pt x="2311905" y="5994400"/>
                </a:lnTo>
                <a:lnTo>
                  <a:pt x="2342449" y="5956300"/>
                </a:lnTo>
                <a:lnTo>
                  <a:pt x="2372591" y="5930900"/>
                </a:lnTo>
                <a:lnTo>
                  <a:pt x="2402330" y="5892800"/>
                </a:lnTo>
                <a:lnTo>
                  <a:pt x="2431661" y="5854700"/>
                </a:lnTo>
                <a:lnTo>
                  <a:pt x="2460579" y="5829300"/>
                </a:lnTo>
                <a:lnTo>
                  <a:pt x="2489081" y="5791200"/>
                </a:lnTo>
                <a:lnTo>
                  <a:pt x="2517164" y="5753100"/>
                </a:lnTo>
                <a:lnTo>
                  <a:pt x="2544823" y="5715000"/>
                </a:lnTo>
                <a:lnTo>
                  <a:pt x="2572055" y="5676900"/>
                </a:lnTo>
                <a:lnTo>
                  <a:pt x="2598855" y="5651500"/>
                </a:lnTo>
                <a:lnTo>
                  <a:pt x="2625220" y="5613400"/>
                </a:lnTo>
                <a:lnTo>
                  <a:pt x="2651146" y="5575300"/>
                </a:lnTo>
                <a:lnTo>
                  <a:pt x="2676629" y="5537200"/>
                </a:lnTo>
                <a:lnTo>
                  <a:pt x="2701665" y="5499100"/>
                </a:lnTo>
                <a:lnTo>
                  <a:pt x="2726251" y="5461000"/>
                </a:lnTo>
                <a:lnTo>
                  <a:pt x="2750382" y="5422900"/>
                </a:lnTo>
                <a:lnTo>
                  <a:pt x="2774054" y="5384800"/>
                </a:lnTo>
                <a:lnTo>
                  <a:pt x="2797265" y="5346700"/>
                </a:lnTo>
                <a:lnTo>
                  <a:pt x="2820009" y="5308600"/>
                </a:lnTo>
                <a:lnTo>
                  <a:pt x="2842284" y="5270500"/>
                </a:lnTo>
                <a:lnTo>
                  <a:pt x="2864085" y="5232400"/>
                </a:lnTo>
                <a:lnTo>
                  <a:pt x="2885408" y="5194300"/>
                </a:lnTo>
                <a:lnTo>
                  <a:pt x="2906249" y="5143500"/>
                </a:lnTo>
                <a:lnTo>
                  <a:pt x="2926605" y="5105400"/>
                </a:lnTo>
                <a:lnTo>
                  <a:pt x="2946472" y="5067300"/>
                </a:lnTo>
                <a:lnTo>
                  <a:pt x="2965846" y="5029200"/>
                </a:lnTo>
                <a:lnTo>
                  <a:pt x="2984723" y="4978400"/>
                </a:lnTo>
                <a:lnTo>
                  <a:pt x="3003099" y="4940300"/>
                </a:lnTo>
                <a:lnTo>
                  <a:pt x="3020971" y="4902200"/>
                </a:lnTo>
                <a:lnTo>
                  <a:pt x="3038334" y="4864100"/>
                </a:lnTo>
                <a:lnTo>
                  <a:pt x="3055184" y="4813300"/>
                </a:lnTo>
                <a:lnTo>
                  <a:pt x="3071519" y="4775200"/>
                </a:lnTo>
                <a:lnTo>
                  <a:pt x="3087333" y="4724400"/>
                </a:lnTo>
                <a:lnTo>
                  <a:pt x="3102623" y="4686300"/>
                </a:lnTo>
                <a:lnTo>
                  <a:pt x="3117386" y="4648200"/>
                </a:lnTo>
                <a:lnTo>
                  <a:pt x="3131617" y="4597400"/>
                </a:lnTo>
                <a:lnTo>
                  <a:pt x="3145312" y="4559300"/>
                </a:lnTo>
                <a:lnTo>
                  <a:pt x="3158468" y="4508500"/>
                </a:lnTo>
                <a:lnTo>
                  <a:pt x="3171081" y="4470400"/>
                </a:lnTo>
                <a:lnTo>
                  <a:pt x="3183146" y="4419600"/>
                </a:lnTo>
                <a:lnTo>
                  <a:pt x="3194661" y="4381500"/>
                </a:lnTo>
                <a:lnTo>
                  <a:pt x="3205621" y="4330700"/>
                </a:lnTo>
                <a:lnTo>
                  <a:pt x="3216022" y="4292600"/>
                </a:lnTo>
                <a:lnTo>
                  <a:pt x="3225861" y="4241800"/>
                </a:lnTo>
                <a:lnTo>
                  <a:pt x="3235133" y="4203700"/>
                </a:lnTo>
                <a:lnTo>
                  <a:pt x="3243835" y="4152900"/>
                </a:lnTo>
                <a:lnTo>
                  <a:pt x="3251963" y="4102100"/>
                </a:lnTo>
                <a:lnTo>
                  <a:pt x="3259513" y="4064000"/>
                </a:lnTo>
                <a:lnTo>
                  <a:pt x="3266481" y="4013200"/>
                </a:lnTo>
                <a:lnTo>
                  <a:pt x="3272863" y="3962400"/>
                </a:lnTo>
                <a:lnTo>
                  <a:pt x="3278656" y="3924300"/>
                </a:lnTo>
                <a:lnTo>
                  <a:pt x="3283856" y="3873500"/>
                </a:lnTo>
                <a:lnTo>
                  <a:pt x="3288458" y="3822700"/>
                </a:lnTo>
                <a:lnTo>
                  <a:pt x="3292459" y="3771900"/>
                </a:lnTo>
                <a:lnTo>
                  <a:pt x="3295855" y="3733800"/>
                </a:lnTo>
                <a:lnTo>
                  <a:pt x="3298643" y="3683000"/>
                </a:lnTo>
                <a:lnTo>
                  <a:pt x="3300817" y="3632200"/>
                </a:lnTo>
                <a:lnTo>
                  <a:pt x="3302375" y="3581400"/>
                </a:lnTo>
                <a:lnTo>
                  <a:pt x="3303313" y="3543300"/>
                </a:lnTo>
                <a:lnTo>
                  <a:pt x="3303625" y="3492500"/>
                </a:lnTo>
                <a:lnTo>
                  <a:pt x="3303313" y="3441700"/>
                </a:lnTo>
                <a:lnTo>
                  <a:pt x="3302375" y="3390900"/>
                </a:lnTo>
                <a:lnTo>
                  <a:pt x="3300817" y="3340100"/>
                </a:lnTo>
                <a:lnTo>
                  <a:pt x="3298643" y="3302000"/>
                </a:lnTo>
                <a:lnTo>
                  <a:pt x="3295855" y="3251200"/>
                </a:lnTo>
                <a:lnTo>
                  <a:pt x="3292459" y="3200400"/>
                </a:lnTo>
                <a:lnTo>
                  <a:pt x="3288458" y="3149600"/>
                </a:lnTo>
                <a:lnTo>
                  <a:pt x="3283856" y="3111500"/>
                </a:lnTo>
                <a:lnTo>
                  <a:pt x="3278656" y="3060700"/>
                </a:lnTo>
                <a:lnTo>
                  <a:pt x="3272863" y="3009900"/>
                </a:lnTo>
                <a:lnTo>
                  <a:pt x="3266481" y="2971800"/>
                </a:lnTo>
                <a:lnTo>
                  <a:pt x="3259513" y="2921000"/>
                </a:lnTo>
                <a:lnTo>
                  <a:pt x="3251963" y="2870200"/>
                </a:lnTo>
                <a:lnTo>
                  <a:pt x="3243835" y="2832100"/>
                </a:lnTo>
                <a:lnTo>
                  <a:pt x="3235133" y="2781300"/>
                </a:lnTo>
                <a:lnTo>
                  <a:pt x="3225861" y="2743200"/>
                </a:lnTo>
                <a:lnTo>
                  <a:pt x="3216022" y="2692400"/>
                </a:lnTo>
                <a:lnTo>
                  <a:pt x="3205621" y="2641600"/>
                </a:lnTo>
                <a:lnTo>
                  <a:pt x="3194661" y="2603500"/>
                </a:lnTo>
                <a:lnTo>
                  <a:pt x="3183146" y="2552700"/>
                </a:lnTo>
                <a:lnTo>
                  <a:pt x="3171081" y="2514600"/>
                </a:lnTo>
                <a:lnTo>
                  <a:pt x="3158468" y="2463800"/>
                </a:lnTo>
                <a:lnTo>
                  <a:pt x="3145312" y="2425700"/>
                </a:lnTo>
                <a:lnTo>
                  <a:pt x="3131617" y="2374900"/>
                </a:lnTo>
                <a:lnTo>
                  <a:pt x="3117386" y="2336800"/>
                </a:lnTo>
                <a:lnTo>
                  <a:pt x="3102623" y="2298700"/>
                </a:lnTo>
                <a:lnTo>
                  <a:pt x="3087333" y="2247900"/>
                </a:lnTo>
                <a:lnTo>
                  <a:pt x="3071519" y="2209800"/>
                </a:lnTo>
                <a:lnTo>
                  <a:pt x="3055184" y="2159000"/>
                </a:lnTo>
                <a:lnTo>
                  <a:pt x="3038334" y="2120900"/>
                </a:lnTo>
                <a:lnTo>
                  <a:pt x="3020971" y="2082800"/>
                </a:lnTo>
                <a:lnTo>
                  <a:pt x="3003099" y="2032000"/>
                </a:lnTo>
                <a:lnTo>
                  <a:pt x="2984723" y="1993900"/>
                </a:lnTo>
                <a:lnTo>
                  <a:pt x="2965846" y="1955800"/>
                </a:lnTo>
                <a:lnTo>
                  <a:pt x="2946472" y="1917700"/>
                </a:lnTo>
                <a:lnTo>
                  <a:pt x="2926605" y="1879600"/>
                </a:lnTo>
                <a:lnTo>
                  <a:pt x="2906249" y="1828800"/>
                </a:lnTo>
                <a:lnTo>
                  <a:pt x="2885408" y="1790700"/>
                </a:lnTo>
                <a:lnTo>
                  <a:pt x="2864085" y="1752600"/>
                </a:lnTo>
                <a:lnTo>
                  <a:pt x="2842284" y="1714500"/>
                </a:lnTo>
                <a:lnTo>
                  <a:pt x="2820009" y="1676400"/>
                </a:lnTo>
                <a:lnTo>
                  <a:pt x="2797265" y="1638300"/>
                </a:lnTo>
                <a:lnTo>
                  <a:pt x="2774054" y="1600200"/>
                </a:lnTo>
                <a:lnTo>
                  <a:pt x="2750382" y="1562100"/>
                </a:lnTo>
                <a:lnTo>
                  <a:pt x="2726251" y="1524000"/>
                </a:lnTo>
                <a:lnTo>
                  <a:pt x="2701665" y="1485900"/>
                </a:lnTo>
                <a:lnTo>
                  <a:pt x="2676629" y="1447800"/>
                </a:lnTo>
                <a:lnTo>
                  <a:pt x="2651146" y="1409700"/>
                </a:lnTo>
                <a:lnTo>
                  <a:pt x="2625220" y="1371600"/>
                </a:lnTo>
                <a:lnTo>
                  <a:pt x="2598855" y="1333500"/>
                </a:lnTo>
                <a:lnTo>
                  <a:pt x="2572055" y="1295400"/>
                </a:lnTo>
                <a:lnTo>
                  <a:pt x="2544823" y="1257300"/>
                </a:lnTo>
                <a:lnTo>
                  <a:pt x="2517164" y="1231900"/>
                </a:lnTo>
                <a:lnTo>
                  <a:pt x="2489081" y="1193800"/>
                </a:lnTo>
                <a:lnTo>
                  <a:pt x="2460579" y="1155700"/>
                </a:lnTo>
                <a:lnTo>
                  <a:pt x="2431661" y="1117600"/>
                </a:lnTo>
                <a:lnTo>
                  <a:pt x="2402330" y="1092200"/>
                </a:lnTo>
                <a:lnTo>
                  <a:pt x="2372591" y="1054100"/>
                </a:lnTo>
                <a:lnTo>
                  <a:pt x="2342449" y="1016000"/>
                </a:lnTo>
                <a:lnTo>
                  <a:pt x="2311905" y="990600"/>
                </a:lnTo>
                <a:lnTo>
                  <a:pt x="2280965" y="952500"/>
                </a:lnTo>
                <a:lnTo>
                  <a:pt x="2249632" y="927100"/>
                </a:lnTo>
                <a:lnTo>
                  <a:pt x="2217910" y="889000"/>
                </a:lnTo>
                <a:lnTo>
                  <a:pt x="2185804" y="863600"/>
                </a:lnTo>
                <a:lnTo>
                  <a:pt x="2153316" y="825500"/>
                </a:lnTo>
                <a:lnTo>
                  <a:pt x="2087211" y="774700"/>
                </a:lnTo>
                <a:lnTo>
                  <a:pt x="2053603" y="736600"/>
                </a:lnTo>
                <a:lnTo>
                  <a:pt x="1985293" y="685800"/>
                </a:lnTo>
                <a:lnTo>
                  <a:pt x="1950599" y="647700"/>
                </a:lnTo>
                <a:lnTo>
                  <a:pt x="1880152" y="596900"/>
                </a:lnTo>
                <a:lnTo>
                  <a:pt x="1771893" y="520700"/>
                </a:lnTo>
                <a:lnTo>
                  <a:pt x="1660619" y="444500"/>
                </a:lnTo>
                <a:lnTo>
                  <a:pt x="1546436" y="368300"/>
                </a:lnTo>
                <a:lnTo>
                  <a:pt x="1468749" y="317500"/>
                </a:lnTo>
                <a:lnTo>
                  <a:pt x="1429447" y="304800"/>
                </a:lnTo>
                <a:lnTo>
                  <a:pt x="1349948" y="254000"/>
                </a:lnTo>
                <a:lnTo>
                  <a:pt x="1309757" y="241300"/>
                </a:lnTo>
                <a:lnTo>
                  <a:pt x="1228514" y="190500"/>
                </a:lnTo>
                <a:lnTo>
                  <a:pt x="1187469" y="177800"/>
                </a:lnTo>
                <a:lnTo>
                  <a:pt x="1146148" y="152400"/>
                </a:lnTo>
                <a:lnTo>
                  <a:pt x="1062689" y="127000"/>
                </a:lnTo>
                <a:lnTo>
                  <a:pt x="1020559" y="101600"/>
                </a:lnTo>
                <a:lnTo>
                  <a:pt x="935519" y="76200"/>
                </a:lnTo>
                <a:lnTo>
                  <a:pt x="892616" y="50800"/>
                </a:lnTo>
                <a:lnTo>
                  <a:pt x="762423" y="12700"/>
                </a:lnTo>
                <a:lnTo>
                  <a:pt x="732024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811E0E2-DB73-C53D-A68F-88EB469277F5}"/>
              </a:ext>
            </a:extLst>
          </p:cNvPr>
          <p:cNvGrpSpPr/>
          <p:nvPr userDrawn="1"/>
        </p:nvGrpSpPr>
        <p:grpSpPr>
          <a:xfrm>
            <a:off x="3853486" y="151527"/>
            <a:ext cx="1183040" cy="271688"/>
            <a:chOff x="3853486" y="151527"/>
            <a:chExt cx="1183040" cy="271688"/>
          </a:xfrm>
        </p:grpSpPr>
        <p:pic>
          <p:nvPicPr>
            <p:cNvPr id="19" name="bg 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7611" y="204863"/>
              <a:ext cx="150875" cy="166166"/>
            </a:xfrm>
            <a:prstGeom prst="rect">
              <a:avLst/>
            </a:prstGeom>
          </p:spPr>
        </p:pic>
        <p:sp>
          <p:nvSpPr>
            <p:cNvPr id="20" name="bg object 20"/>
            <p:cNvSpPr/>
            <p:nvPr/>
          </p:nvSpPr>
          <p:spPr>
            <a:xfrm>
              <a:off x="4449207" y="20486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83070" y="0"/>
                  </a:moveTo>
                  <a:lnTo>
                    <a:pt x="50765" y="6539"/>
                  </a:lnTo>
                  <a:lnTo>
                    <a:pt x="24357" y="24363"/>
                  </a:lnTo>
                  <a:lnTo>
                    <a:pt x="6537" y="50775"/>
                  </a:lnTo>
                  <a:lnTo>
                    <a:pt x="0" y="83083"/>
                  </a:lnTo>
                  <a:lnTo>
                    <a:pt x="6537" y="115396"/>
                  </a:lnTo>
                  <a:lnTo>
                    <a:pt x="24357" y="141808"/>
                  </a:lnTo>
                  <a:lnTo>
                    <a:pt x="50765" y="159628"/>
                  </a:lnTo>
                  <a:lnTo>
                    <a:pt x="83070" y="166166"/>
                  </a:lnTo>
                  <a:lnTo>
                    <a:pt x="115385" y="159628"/>
                  </a:lnTo>
                  <a:lnTo>
                    <a:pt x="141801" y="141808"/>
                  </a:lnTo>
                  <a:lnTo>
                    <a:pt x="147561" y="133273"/>
                  </a:lnTo>
                  <a:lnTo>
                    <a:pt x="83070" y="133273"/>
                  </a:lnTo>
                  <a:lnTo>
                    <a:pt x="63561" y="129323"/>
                  </a:lnTo>
                  <a:lnTo>
                    <a:pt x="47609" y="118556"/>
                  </a:lnTo>
                  <a:lnTo>
                    <a:pt x="36843" y="102600"/>
                  </a:lnTo>
                  <a:lnTo>
                    <a:pt x="32892" y="83083"/>
                  </a:lnTo>
                  <a:lnTo>
                    <a:pt x="36843" y="63568"/>
                  </a:lnTo>
                  <a:lnTo>
                    <a:pt x="47609" y="47617"/>
                  </a:lnTo>
                  <a:lnTo>
                    <a:pt x="63561" y="36854"/>
                  </a:lnTo>
                  <a:lnTo>
                    <a:pt x="83070" y="32905"/>
                  </a:lnTo>
                  <a:lnTo>
                    <a:pt x="147566" y="32905"/>
                  </a:lnTo>
                  <a:lnTo>
                    <a:pt x="141801" y="24363"/>
                  </a:lnTo>
                  <a:lnTo>
                    <a:pt x="115385" y="6539"/>
                  </a:lnTo>
                  <a:lnTo>
                    <a:pt x="83070" y="0"/>
                  </a:lnTo>
                  <a:close/>
                </a:path>
                <a:path w="166370" h="166370">
                  <a:moveTo>
                    <a:pt x="147566" y="32905"/>
                  </a:moveTo>
                  <a:lnTo>
                    <a:pt x="83070" y="32905"/>
                  </a:lnTo>
                  <a:lnTo>
                    <a:pt x="102587" y="36854"/>
                  </a:lnTo>
                  <a:lnTo>
                    <a:pt x="118543" y="47617"/>
                  </a:lnTo>
                  <a:lnTo>
                    <a:pt x="129310" y="63568"/>
                  </a:lnTo>
                  <a:lnTo>
                    <a:pt x="133261" y="83083"/>
                  </a:lnTo>
                  <a:lnTo>
                    <a:pt x="129310" y="102600"/>
                  </a:lnTo>
                  <a:lnTo>
                    <a:pt x="118543" y="118556"/>
                  </a:lnTo>
                  <a:lnTo>
                    <a:pt x="102587" y="129323"/>
                  </a:lnTo>
                  <a:lnTo>
                    <a:pt x="83070" y="133273"/>
                  </a:lnTo>
                  <a:lnTo>
                    <a:pt x="147561" y="133273"/>
                  </a:lnTo>
                  <a:lnTo>
                    <a:pt x="159626" y="115396"/>
                  </a:lnTo>
                  <a:lnTo>
                    <a:pt x="166166" y="83083"/>
                  </a:lnTo>
                  <a:lnTo>
                    <a:pt x="159626" y="50775"/>
                  </a:lnTo>
                  <a:lnTo>
                    <a:pt x="147566" y="32905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bg 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53486" y="204572"/>
              <a:ext cx="153403" cy="218643"/>
            </a:xfrm>
            <a:prstGeom prst="rect">
              <a:avLst/>
            </a:prstGeom>
          </p:spPr>
        </p:pic>
        <p:sp>
          <p:nvSpPr>
            <p:cNvPr id="22" name="bg object 22"/>
            <p:cNvSpPr/>
            <p:nvPr/>
          </p:nvSpPr>
          <p:spPr>
            <a:xfrm>
              <a:off x="4205046" y="204304"/>
              <a:ext cx="227329" cy="167005"/>
            </a:xfrm>
            <a:custGeom>
              <a:avLst/>
              <a:gdLst/>
              <a:ahLst/>
              <a:cxnLst/>
              <a:rect l="l" t="t" r="r" b="b"/>
              <a:pathLst>
                <a:path w="227329" h="167004">
                  <a:moveTo>
                    <a:pt x="84124" y="4622"/>
                  </a:moveTo>
                  <a:lnTo>
                    <a:pt x="72936" y="4622"/>
                  </a:lnTo>
                  <a:lnTo>
                    <a:pt x="58039" y="6388"/>
                  </a:lnTo>
                  <a:lnTo>
                    <a:pt x="46240" y="11734"/>
                  </a:lnTo>
                  <a:lnTo>
                    <a:pt x="37465" y="20701"/>
                  </a:lnTo>
                  <a:lnTo>
                    <a:pt x="31673" y="33324"/>
                  </a:lnTo>
                  <a:lnTo>
                    <a:pt x="30695" y="33324"/>
                  </a:lnTo>
                  <a:lnTo>
                    <a:pt x="28663" y="4914"/>
                  </a:lnTo>
                  <a:lnTo>
                    <a:pt x="0" y="4914"/>
                  </a:lnTo>
                  <a:lnTo>
                    <a:pt x="0" y="162674"/>
                  </a:lnTo>
                  <a:lnTo>
                    <a:pt x="34264" y="162674"/>
                  </a:lnTo>
                  <a:lnTo>
                    <a:pt x="34264" y="71462"/>
                  </a:lnTo>
                  <a:lnTo>
                    <a:pt x="35877" y="58051"/>
                  </a:lnTo>
                  <a:lnTo>
                    <a:pt x="40881" y="48831"/>
                  </a:lnTo>
                  <a:lnTo>
                    <a:pt x="49580" y="43510"/>
                  </a:lnTo>
                  <a:lnTo>
                    <a:pt x="62217" y="41795"/>
                  </a:lnTo>
                  <a:lnTo>
                    <a:pt x="84124" y="41795"/>
                  </a:lnTo>
                  <a:lnTo>
                    <a:pt x="84124" y="4622"/>
                  </a:lnTo>
                  <a:close/>
                </a:path>
                <a:path w="227329" h="167004">
                  <a:moveTo>
                    <a:pt x="227164" y="45300"/>
                  </a:moveTo>
                  <a:lnTo>
                    <a:pt x="201498" y="11493"/>
                  </a:lnTo>
                  <a:lnTo>
                    <a:pt x="161061" y="0"/>
                  </a:lnTo>
                  <a:lnTo>
                    <a:pt x="150444" y="850"/>
                  </a:lnTo>
                  <a:lnTo>
                    <a:pt x="114579" y="20281"/>
                  </a:lnTo>
                  <a:lnTo>
                    <a:pt x="104368" y="48869"/>
                  </a:lnTo>
                  <a:lnTo>
                    <a:pt x="105270" y="58534"/>
                  </a:lnTo>
                  <a:lnTo>
                    <a:pt x="133654" y="91605"/>
                  </a:lnTo>
                  <a:lnTo>
                    <a:pt x="171170" y="102844"/>
                  </a:lnTo>
                  <a:lnTo>
                    <a:pt x="177228" y="104698"/>
                  </a:lnTo>
                  <a:lnTo>
                    <a:pt x="182511" y="106883"/>
                  </a:lnTo>
                  <a:lnTo>
                    <a:pt x="189318" y="110274"/>
                  </a:lnTo>
                  <a:lnTo>
                    <a:pt x="192493" y="114681"/>
                  </a:lnTo>
                  <a:lnTo>
                    <a:pt x="192493" y="120764"/>
                  </a:lnTo>
                  <a:lnTo>
                    <a:pt x="189979" y="128727"/>
                  </a:lnTo>
                  <a:lnTo>
                    <a:pt x="183362" y="134264"/>
                  </a:lnTo>
                  <a:lnTo>
                    <a:pt x="174040" y="137502"/>
                  </a:lnTo>
                  <a:lnTo>
                    <a:pt x="163385" y="138557"/>
                  </a:lnTo>
                  <a:lnTo>
                    <a:pt x="149352" y="136702"/>
                  </a:lnTo>
                  <a:lnTo>
                    <a:pt x="136512" y="131419"/>
                  </a:lnTo>
                  <a:lnTo>
                    <a:pt x="125514" y="123050"/>
                  </a:lnTo>
                  <a:lnTo>
                    <a:pt x="117005" y="111988"/>
                  </a:lnTo>
                  <a:lnTo>
                    <a:pt x="116344" y="110858"/>
                  </a:lnTo>
                  <a:lnTo>
                    <a:pt x="91782" y="124244"/>
                  </a:lnTo>
                  <a:lnTo>
                    <a:pt x="120065" y="155473"/>
                  </a:lnTo>
                  <a:lnTo>
                    <a:pt x="163385" y="166446"/>
                  </a:lnTo>
                  <a:lnTo>
                    <a:pt x="175895" y="165658"/>
                  </a:lnTo>
                  <a:lnTo>
                    <a:pt x="215849" y="147599"/>
                  </a:lnTo>
                  <a:lnTo>
                    <a:pt x="226758" y="119900"/>
                  </a:lnTo>
                  <a:lnTo>
                    <a:pt x="225767" y="110299"/>
                  </a:lnTo>
                  <a:lnTo>
                    <a:pt x="191604" y="78460"/>
                  </a:lnTo>
                  <a:lnTo>
                    <a:pt x="173024" y="72809"/>
                  </a:lnTo>
                  <a:lnTo>
                    <a:pt x="159715" y="68821"/>
                  </a:lnTo>
                  <a:lnTo>
                    <a:pt x="147624" y="63728"/>
                  </a:lnTo>
                  <a:lnTo>
                    <a:pt x="138836" y="56692"/>
                  </a:lnTo>
                  <a:lnTo>
                    <a:pt x="135445" y="46837"/>
                  </a:lnTo>
                  <a:lnTo>
                    <a:pt x="137147" y="39522"/>
                  </a:lnTo>
                  <a:lnTo>
                    <a:pt x="142074" y="33070"/>
                  </a:lnTo>
                  <a:lnTo>
                    <a:pt x="149948" y="28473"/>
                  </a:lnTo>
                  <a:lnTo>
                    <a:pt x="160489" y="26720"/>
                  </a:lnTo>
                  <a:lnTo>
                    <a:pt x="173659" y="28536"/>
                  </a:lnTo>
                  <a:lnTo>
                    <a:pt x="184886" y="33845"/>
                  </a:lnTo>
                  <a:lnTo>
                    <a:pt x="193827" y="42405"/>
                  </a:lnTo>
                  <a:lnTo>
                    <a:pt x="200113" y="53975"/>
                  </a:lnTo>
                  <a:lnTo>
                    <a:pt x="200571" y="55219"/>
                  </a:lnTo>
                  <a:lnTo>
                    <a:pt x="227164" y="4530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bg 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7565" y="204867"/>
              <a:ext cx="138341" cy="162102"/>
            </a:xfrm>
            <a:prstGeom prst="rect">
              <a:avLst/>
            </a:prstGeom>
          </p:spPr>
        </p:pic>
        <p:pic>
          <p:nvPicPr>
            <p:cNvPr id="24" name="bg 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1114" y="204870"/>
              <a:ext cx="151676" cy="165874"/>
            </a:xfrm>
            <a:prstGeom prst="rect">
              <a:avLst/>
            </a:prstGeom>
          </p:spPr>
        </p:pic>
        <p:sp>
          <p:nvSpPr>
            <p:cNvPr id="25" name="bg object 25"/>
            <p:cNvSpPr/>
            <p:nvPr/>
          </p:nvSpPr>
          <p:spPr>
            <a:xfrm>
              <a:off x="4975566" y="151527"/>
              <a:ext cx="60960" cy="215900"/>
            </a:xfrm>
            <a:custGeom>
              <a:avLst/>
              <a:gdLst/>
              <a:ahLst/>
              <a:cxnLst/>
              <a:rect l="l" t="t" r="r" b="b"/>
              <a:pathLst>
                <a:path w="60960" h="215900">
                  <a:moveTo>
                    <a:pt x="34277" y="0"/>
                  </a:moveTo>
                  <a:lnTo>
                    <a:pt x="0" y="0"/>
                  </a:lnTo>
                  <a:lnTo>
                    <a:pt x="0" y="180200"/>
                  </a:lnTo>
                  <a:lnTo>
                    <a:pt x="18859" y="215442"/>
                  </a:lnTo>
                  <a:lnTo>
                    <a:pt x="60947" y="215442"/>
                  </a:lnTo>
                  <a:lnTo>
                    <a:pt x="60947" y="184658"/>
                  </a:lnTo>
                  <a:lnTo>
                    <a:pt x="38735" y="184658"/>
                  </a:lnTo>
                  <a:lnTo>
                    <a:pt x="36296" y="184658"/>
                  </a:lnTo>
                  <a:lnTo>
                    <a:pt x="34556" y="182778"/>
                  </a:lnTo>
                  <a:lnTo>
                    <a:pt x="34277" y="181190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bg object 26"/>
          <p:cNvSpPr/>
          <p:nvPr/>
        </p:nvSpPr>
        <p:spPr>
          <a:xfrm>
            <a:off x="1015999" y="2641600"/>
            <a:ext cx="6781800" cy="2540000"/>
          </a:xfrm>
          <a:custGeom>
            <a:avLst/>
            <a:gdLst/>
            <a:ahLst/>
            <a:cxnLst/>
            <a:rect l="l" t="t" r="r" b="b"/>
            <a:pathLst>
              <a:path w="6781800" h="2540000">
                <a:moveTo>
                  <a:pt x="6502260" y="0"/>
                </a:moveTo>
                <a:lnTo>
                  <a:pt x="279539" y="0"/>
                </a:lnTo>
                <a:lnTo>
                  <a:pt x="234197" y="3658"/>
                </a:lnTo>
                <a:lnTo>
                  <a:pt x="191185" y="14251"/>
                </a:lnTo>
                <a:lnTo>
                  <a:pt x="151077" y="31202"/>
                </a:lnTo>
                <a:lnTo>
                  <a:pt x="114449" y="53936"/>
                </a:lnTo>
                <a:lnTo>
                  <a:pt x="81876" y="81876"/>
                </a:lnTo>
                <a:lnTo>
                  <a:pt x="53936" y="114449"/>
                </a:lnTo>
                <a:lnTo>
                  <a:pt x="31202" y="151077"/>
                </a:lnTo>
                <a:lnTo>
                  <a:pt x="14251" y="191185"/>
                </a:lnTo>
                <a:lnTo>
                  <a:pt x="3658" y="234197"/>
                </a:lnTo>
                <a:lnTo>
                  <a:pt x="0" y="279539"/>
                </a:lnTo>
                <a:lnTo>
                  <a:pt x="0" y="2540000"/>
                </a:lnTo>
                <a:lnTo>
                  <a:pt x="6781800" y="2540000"/>
                </a:lnTo>
                <a:lnTo>
                  <a:pt x="6781800" y="279539"/>
                </a:lnTo>
                <a:lnTo>
                  <a:pt x="6778141" y="234197"/>
                </a:lnTo>
                <a:lnTo>
                  <a:pt x="6767548" y="191185"/>
                </a:lnTo>
                <a:lnTo>
                  <a:pt x="6750597" y="151077"/>
                </a:lnTo>
                <a:lnTo>
                  <a:pt x="6727863" y="114449"/>
                </a:lnTo>
                <a:lnTo>
                  <a:pt x="6699923" y="81876"/>
                </a:lnTo>
                <a:lnTo>
                  <a:pt x="6667350" y="53936"/>
                </a:lnTo>
                <a:lnTo>
                  <a:pt x="6630722" y="31202"/>
                </a:lnTo>
                <a:lnTo>
                  <a:pt x="6590614" y="14251"/>
                </a:lnTo>
                <a:lnTo>
                  <a:pt x="6547602" y="3658"/>
                </a:lnTo>
                <a:lnTo>
                  <a:pt x="65022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16005" y="5181600"/>
            <a:ext cx="6781800" cy="850900"/>
          </a:xfrm>
          <a:custGeom>
            <a:avLst/>
            <a:gdLst/>
            <a:ahLst/>
            <a:cxnLst/>
            <a:rect l="l" t="t" r="r" b="b"/>
            <a:pathLst>
              <a:path w="6781800" h="850900">
                <a:moveTo>
                  <a:pt x="6781800" y="0"/>
                </a:moveTo>
                <a:lnTo>
                  <a:pt x="0" y="0"/>
                </a:lnTo>
                <a:lnTo>
                  <a:pt x="0" y="534733"/>
                </a:lnTo>
                <a:lnTo>
                  <a:pt x="3427" y="581453"/>
                </a:lnTo>
                <a:lnTo>
                  <a:pt x="13385" y="626045"/>
                </a:lnTo>
                <a:lnTo>
                  <a:pt x="29383" y="668020"/>
                </a:lnTo>
                <a:lnTo>
                  <a:pt x="50932" y="706888"/>
                </a:lnTo>
                <a:lnTo>
                  <a:pt x="77545" y="742161"/>
                </a:lnTo>
                <a:lnTo>
                  <a:pt x="108731" y="773349"/>
                </a:lnTo>
                <a:lnTo>
                  <a:pt x="144002" y="799963"/>
                </a:lnTo>
                <a:lnTo>
                  <a:pt x="182869" y="821514"/>
                </a:lnTo>
                <a:lnTo>
                  <a:pt x="224842" y="837513"/>
                </a:lnTo>
                <a:lnTo>
                  <a:pt x="269433" y="847471"/>
                </a:lnTo>
                <a:lnTo>
                  <a:pt x="316153" y="850900"/>
                </a:lnTo>
                <a:lnTo>
                  <a:pt x="6465633" y="850900"/>
                </a:lnTo>
                <a:lnTo>
                  <a:pt x="6512353" y="847471"/>
                </a:lnTo>
                <a:lnTo>
                  <a:pt x="6556945" y="837513"/>
                </a:lnTo>
                <a:lnTo>
                  <a:pt x="6598920" y="821514"/>
                </a:lnTo>
                <a:lnTo>
                  <a:pt x="6637788" y="799963"/>
                </a:lnTo>
                <a:lnTo>
                  <a:pt x="6673061" y="773349"/>
                </a:lnTo>
                <a:lnTo>
                  <a:pt x="6704249" y="742161"/>
                </a:lnTo>
                <a:lnTo>
                  <a:pt x="6730863" y="706888"/>
                </a:lnTo>
                <a:lnTo>
                  <a:pt x="6752414" y="668020"/>
                </a:lnTo>
                <a:lnTo>
                  <a:pt x="6768413" y="626045"/>
                </a:lnTo>
                <a:lnTo>
                  <a:pt x="6778371" y="581453"/>
                </a:lnTo>
                <a:lnTo>
                  <a:pt x="6781800" y="534733"/>
                </a:lnTo>
                <a:lnTo>
                  <a:pt x="6781800" y="0"/>
                </a:lnTo>
                <a:close/>
              </a:path>
            </a:pathLst>
          </a:custGeom>
          <a:solidFill>
            <a:srgbClr val="009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/>
          <p:cNvSpPr/>
          <p:nvPr userDrawn="1"/>
        </p:nvSpPr>
        <p:spPr>
          <a:xfrm>
            <a:off x="1015846" y="796544"/>
            <a:ext cx="1924050" cy="457200"/>
          </a:xfrm>
          <a:custGeom>
            <a:avLst/>
            <a:gdLst/>
            <a:ahLst/>
            <a:cxnLst/>
            <a:rect l="l" t="t" r="r" b="b"/>
            <a:pathLst>
              <a:path w="1924050" h="457200">
                <a:moveTo>
                  <a:pt x="1841322" y="0"/>
                </a:moveTo>
                <a:lnTo>
                  <a:pt x="82715" y="0"/>
                </a:lnTo>
                <a:lnTo>
                  <a:pt x="50518" y="6500"/>
                </a:lnTo>
                <a:lnTo>
                  <a:pt x="24226" y="24228"/>
                </a:lnTo>
                <a:lnTo>
                  <a:pt x="6500" y="50524"/>
                </a:lnTo>
                <a:lnTo>
                  <a:pt x="0" y="82727"/>
                </a:lnTo>
                <a:lnTo>
                  <a:pt x="0" y="374472"/>
                </a:lnTo>
                <a:lnTo>
                  <a:pt x="6500" y="406675"/>
                </a:lnTo>
                <a:lnTo>
                  <a:pt x="24226" y="432971"/>
                </a:lnTo>
                <a:lnTo>
                  <a:pt x="50518" y="450699"/>
                </a:lnTo>
                <a:lnTo>
                  <a:pt x="82715" y="457200"/>
                </a:lnTo>
                <a:lnTo>
                  <a:pt x="1841322" y="457200"/>
                </a:lnTo>
                <a:lnTo>
                  <a:pt x="1873520" y="450699"/>
                </a:lnTo>
                <a:lnTo>
                  <a:pt x="1899816" y="432971"/>
                </a:lnTo>
                <a:lnTo>
                  <a:pt x="1917547" y="406675"/>
                </a:lnTo>
                <a:lnTo>
                  <a:pt x="1924050" y="374472"/>
                </a:lnTo>
                <a:lnTo>
                  <a:pt x="1924050" y="82727"/>
                </a:lnTo>
                <a:lnTo>
                  <a:pt x="1917547" y="50524"/>
                </a:lnTo>
                <a:lnTo>
                  <a:pt x="1899816" y="24228"/>
                </a:lnTo>
                <a:lnTo>
                  <a:pt x="1873520" y="6500"/>
                </a:lnTo>
                <a:lnTo>
                  <a:pt x="1841322" y="0"/>
                </a:lnTo>
                <a:close/>
              </a:path>
            </a:pathLst>
          </a:custGeom>
          <a:solidFill>
            <a:srgbClr val="8AE0F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1">
          <a:latin typeface="+mj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CCAE3FC-E69E-4BE6-F3F1-5CB6AF295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DE3E56-3919-8083-B170-16EA41003CE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A55237-C26A-D995-EF81-A224DC6889A2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046727-BBFD-C2BA-1713-391FC8DA4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23658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Puls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5" id="{64BB5F8D-320A-4CDC-8D3C-3386C550411B}" vid="{6CE725C7-499C-4321-A9BB-9E342EF239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7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Pulso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Zurlo</dc:creator>
  <cp:lastModifiedBy>Luciano Zurlo</cp:lastModifiedBy>
  <cp:revision>1</cp:revision>
  <dcterms:created xsi:type="dcterms:W3CDTF">2025-12-16T16:46:58Z</dcterms:created>
  <dcterms:modified xsi:type="dcterms:W3CDTF">2025-12-16T16:54:22Z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Creator">
    <vt:lpwstr>Adobe Illustrator 30.0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2025-12-03T00:00:00Z</vt:filetime>
  </property>
  <property fmtid="{D5CDD505-2E9C-101B-9397-08002B2CF9AE}" pid="6" name="Producer">
    <vt:lpwstr>Adobe PDF library 17.00</vt:lpwstr>
  </property>
</Properties>
</file>