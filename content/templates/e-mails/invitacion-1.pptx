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</p:sldIdLst>
  <p:sldSz cx="8890000" cy="6769100"/>
  <p:notesSz cx="8890000" cy="676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>
      <p:cViewPr varScale="1">
        <p:scale>
          <a:sx n="118" d="100"/>
          <a:sy n="118" d="100"/>
        </p:scale>
        <p:origin x="2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244600" y="3096518"/>
            <a:ext cx="3848472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022851"/>
                </a:solidFill>
                <a:latin typeface="Pulso Light"/>
                <a:cs typeface="Pulso Light"/>
              </a:defRPr>
            </a:lvl1pPr>
          </a:lstStyle>
          <a:p>
            <a:pPr lvl="0"/>
            <a:r>
              <a:rPr lang="es-ES" dirty="0"/>
              <a:t>Texto Principal – Pulso tamaño 20</a:t>
            </a:r>
          </a:p>
          <a:p>
            <a:pPr lvl="0"/>
            <a:r>
              <a:rPr lang="es-ES" dirty="0"/>
              <a:t>Light – Regular - Bold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237F1F48-3C47-056D-9A80-98C1D347D28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40456" y="1452509"/>
            <a:ext cx="3645024" cy="1510309"/>
          </a:xfrm>
          <a:prstGeom prst="rect">
            <a:avLst/>
          </a:prstGeom>
        </p:spPr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pPr lvl="0"/>
            <a:r>
              <a:rPr lang="es-ES" dirty="0"/>
              <a:t>Título dos</a:t>
            </a:r>
          </a:p>
          <a:p>
            <a:pPr lvl="0"/>
            <a:r>
              <a:rPr lang="es-ES" dirty="0"/>
              <a:t>Líneas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A988197-4AC8-B9A4-91DC-D320292105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068737" y="5256758"/>
            <a:ext cx="720080" cy="2941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500" b="1" i="0">
                <a:solidFill>
                  <a:schemeClr val="tx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r>
              <a:rPr lang="es-AR" dirty="0"/>
              <a:t>Fecha</a:t>
            </a:r>
            <a:endParaRPr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4B141D9-2F0C-31E5-5345-400702381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0624" y="972134"/>
            <a:ext cx="2160240" cy="476250"/>
          </a:xfrm>
          <a:prstGeom prst="rect">
            <a:avLst/>
          </a:prstGeom>
        </p:spPr>
        <p:txBody>
          <a:bodyPr/>
          <a:lstStyle>
            <a:lvl1pPr algn="l">
              <a:defRPr sz="1700" b="0">
                <a:solidFill>
                  <a:schemeClr val="bg1"/>
                </a:solidFill>
                <a:latin typeface="Pulso Light" pitchFamily="2" charset="0"/>
              </a:defRPr>
            </a:lvl1pPr>
          </a:lstStyle>
          <a:p>
            <a:pPr lvl="0"/>
            <a:r>
              <a:rPr lang="es-ES" dirty="0"/>
              <a:t>Volanta</a:t>
            </a:r>
            <a:endParaRPr lang="es-AR" dirty="0"/>
          </a:p>
        </p:txBody>
      </p:sp>
      <p:sp>
        <p:nvSpPr>
          <p:cNvPr id="4" name="Holder 3">
            <a:extLst>
              <a:ext uri="{FF2B5EF4-FFF2-40B4-BE49-F238E27FC236}">
                <a16:creationId xmlns:a16="http://schemas.microsoft.com/office/drawing/2014/main" id="{B70B8E5A-E765-3CA5-AB80-99997FD99BA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068735" y="5581989"/>
            <a:ext cx="1152129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400" b="0" i="0">
                <a:solidFill>
                  <a:schemeClr val="tx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X h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6FB2B50B-DCBF-489E-56FA-C96251D6397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48751" y="5237191"/>
            <a:ext cx="2232248" cy="29415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i="0">
                <a:solidFill>
                  <a:schemeClr val="tx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Dirección</a:t>
            </a: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7515F090-337A-4A15-F2BA-9D012AF8D9C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448751" y="5558186"/>
            <a:ext cx="2232248" cy="20920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00" b="0" i="0">
                <a:solidFill>
                  <a:schemeClr val="tx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r>
              <a:rPr lang="es-AR" dirty="0"/>
              <a:t>Piso</a:t>
            </a:r>
            <a:endParaRPr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55AD91B1-9DA5-C29D-2509-C86770786A9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448751" y="5794231"/>
            <a:ext cx="2232248" cy="20920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00" b="0" i="0">
                <a:solidFill>
                  <a:schemeClr val="tx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r>
              <a:rPr lang="es-AR" dirty="0"/>
              <a:t>Locación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5238762" y="2801180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21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5" y="3780073"/>
                </a:lnTo>
                <a:lnTo>
                  <a:pt x="1449620" y="3780073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243" y="155054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202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100"/>
                </a:lnTo>
                <a:lnTo>
                  <a:pt x="32206" y="1320800"/>
                </a:lnTo>
                <a:lnTo>
                  <a:pt x="78342" y="1320800"/>
                </a:lnTo>
                <a:lnTo>
                  <a:pt x="391307" y="1409700"/>
                </a:lnTo>
                <a:lnTo>
                  <a:pt x="434458" y="1435100"/>
                </a:lnTo>
                <a:lnTo>
                  <a:pt x="519481" y="1460500"/>
                </a:lnTo>
                <a:lnTo>
                  <a:pt x="561331" y="1485900"/>
                </a:lnTo>
                <a:lnTo>
                  <a:pt x="602726" y="1498600"/>
                </a:lnTo>
                <a:lnTo>
                  <a:pt x="643655" y="1524000"/>
                </a:lnTo>
                <a:lnTo>
                  <a:pt x="684106" y="1536700"/>
                </a:lnTo>
                <a:lnTo>
                  <a:pt x="763532" y="1587500"/>
                </a:lnTo>
                <a:lnTo>
                  <a:pt x="840918" y="1638300"/>
                </a:lnTo>
                <a:lnTo>
                  <a:pt x="916175" y="1689100"/>
                </a:lnTo>
                <a:lnTo>
                  <a:pt x="952978" y="1714500"/>
                </a:lnTo>
                <a:lnTo>
                  <a:pt x="989216" y="1739900"/>
                </a:lnTo>
                <a:lnTo>
                  <a:pt x="1024878" y="1765300"/>
                </a:lnTo>
                <a:lnTo>
                  <a:pt x="1059954" y="1790700"/>
                </a:lnTo>
                <a:lnTo>
                  <a:pt x="1094431" y="1828800"/>
                </a:lnTo>
                <a:lnTo>
                  <a:pt x="1128299" y="1854200"/>
                </a:lnTo>
                <a:lnTo>
                  <a:pt x="1161548" y="1879600"/>
                </a:lnTo>
                <a:lnTo>
                  <a:pt x="1194166" y="1917700"/>
                </a:lnTo>
                <a:lnTo>
                  <a:pt x="1226142" y="1943100"/>
                </a:lnTo>
                <a:lnTo>
                  <a:pt x="1257465" y="1981200"/>
                </a:lnTo>
                <a:lnTo>
                  <a:pt x="1288125" y="2019300"/>
                </a:lnTo>
                <a:lnTo>
                  <a:pt x="1318110" y="2044700"/>
                </a:lnTo>
                <a:lnTo>
                  <a:pt x="1347410" y="2082800"/>
                </a:lnTo>
                <a:lnTo>
                  <a:pt x="1376013" y="2120900"/>
                </a:lnTo>
                <a:lnTo>
                  <a:pt x="1403908" y="2159000"/>
                </a:lnTo>
                <a:lnTo>
                  <a:pt x="1431086" y="2184400"/>
                </a:lnTo>
                <a:lnTo>
                  <a:pt x="1457533" y="2222500"/>
                </a:lnTo>
                <a:lnTo>
                  <a:pt x="1483241" y="2260600"/>
                </a:lnTo>
                <a:lnTo>
                  <a:pt x="1508197" y="2298700"/>
                </a:lnTo>
                <a:lnTo>
                  <a:pt x="1532390" y="2336800"/>
                </a:lnTo>
                <a:lnTo>
                  <a:pt x="1555811" y="2374900"/>
                </a:lnTo>
                <a:lnTo>
                  <a:pt x="1578447" y="2413000"/>
                </a:lnTo>
                <a:lnTo>
                  <a:pt x="1600288" y="2463800"/>
                </a:lnTo>
                <a:lnTo>
                  <a:pt x="1621323" y="2501900"/>
                </a:lnTo>
                <a:lnTo>
                  <a:pt x="1641541" y="2540000"/>
                </a:lnTo>
                <a:lnTo>
                  <a:pt x="1660931" y="2578100"/>
                </a:lnTo>
                <a:lnTo>
                  <a:pt x="1679482" y="2628900"/>
                </a:lnTo>
                <a:lnTo>
                  <a:pt x="1697183" y="2667000"/>
                </a:lnTo>
                <a:lnTo>
                  <a:pt x="1714023" y="2705100"/>
                </a:lnTo>
                <a:lnTo>
                  <a:pt x="1729991" y="2755900"/>
                </a:lnTo>
                <a:lnTo>
                  <a:pt x="1745076" y="2794000"/>
                </a:lnTo>
                <a:lnTo>
                  <a:pt x="1759268" y="2844800"/>
                </a:lnTo>
                <a:lnTo>
                  <a:pt x="1772554" y="2882900"/>
                </a:lnTo>
                <a:lnTo>
                  <a:pt x="1784925" y="2933700"/>
                </a:lnTo>
                <a:lnTo>
                  <a:pt x="1796370" y="2971800"/>
                </a:lnTo>
                <a:lnTo>
                  <a:pt x="1806876" y="3022600"/>
                </a:lnTo>
                <a:lnTo>
                  <a:pt x="1816434" y="3060700"/>
                </a:lnTo>
                <a:lnTo>
                  <a:pt x="1825032" y="3111500"/>
                </a:lnTo>
                <a:lnTo>
                  <a:pt x="1832660" y="3162300"/>
                </a:lnTo>
                <a:lnTo>
                  <a:pt x="1839307" y="3200400"/>
                </a:lnTo>
                <a:lnTo>
                  <a:pt x="1844961" y="3251200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26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943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200"/>
                </a:lnTo>
                <a:lnTo>
                  <a:pt x="3292459" y="3200400"/>
                </a:lnTo>
                <a:lnTo>
                  <a:pt x="3288458" y="3149600"/>
                </a:lnTo>
                <a:lnTo>
                  <a:pt x="3283856" y="3111500"/>
                </a:lnTo>
                <a:lnTo>
                  <a:pt x="3278656" y="3060700"/>
                </a:lnTo>
                <a:lnTo>
                  <a:pt x="3272863" y="3009900"/>
                </a:lnTo>
                <a:lnTo>
                  <a:pt x="3266481" y="2971800"/>
                </a:lnTo>
                <a:lnTo>
                  <a:pt x="3259513" y="2921000"/>
                </a:lnTo>
                <a:lnTo>
                  <a:pt x="3251963" y="2870200"/>
                </a:lnTo>
                <a:lnTo>
                  <a:pt x="3243835" y="2832100"/>
                </a:lnTo>
                <a:lnTo>
                  <a:pt x="3235133" y="2781300"/>
                </a:lnTo>
                <a:lnTo>
                  <a:pt x="3225861" y="2743200"/>
                </a:lnTo>
                <a:lnTo>
                  <a:pt x="3216022" y="2692400"/>
                </a:lnTo>
                <a:lnTo>
                  <a:pt x="3205621" y="2641600"/>
                </a:lnTo>
                <a:lnTo>
                  <a:pt x="3194661" y="2603500"/>
                </a:lnTo>
                <a:lnTo>
                  <a:pt x="3183146" y="2552700"/>
                </a:lnTo>
                <a:lnTo>
                  <a:pt x="3171081" y="2514600"/>
                </a:lnTo>
                <a:lnTo>
                  <a:pt x="3158468" y="2463800"/>
                </a:lnTo>
                <a:lnTo>
                  <a:pt x="3145312" y="2425700"/>
                </a:lnTo>
                <a:lnTo>
                  <a:pt x="3131617" y="2374900"/>
                </a:lnTo>
                <a:lnTo>
                  <a:pt x="3117386" y="2336800"/>
                </a:lnTo>
                <a:lnTo>
                  <a:pt x="3102623" y="2298700"/>
                </a:lnTo>
                <a:lnTo>
                  <a:pt x="3087333" y="2247900"/>
                </a:lnTo>
                <a:lnTo>
                  <a:pt x="3071519" y="2209800"/>
                </a:lnTo>
                <a:lnTo>
                  <a:pt x="3055184" y="2159000"/>
                </a:lnTo>
                <a:lnTo>
                  <a:pt x="3038334" y="2120900"/>
                </a:lnTo>
                <a:lnTo>
                  <a:pt x="3020971" y="2082800"/>
                </a:lnTo>
                <a:lnTo>
                  <a:pt x="3003099" y="2032000"/>
                </a:lnTo>
                <a:lnTo>
                  <a:pt x="2984723" y="1993900"/>
                </a:lnTo>
                <a:lnTo>
                  <a:pt x="2965846" y="1955800"/>
                </a:lnTo>
                <a:lnTo>
                  <a:pt x="2946472" y="1917700"/>
                </a:lnTo>
                <a:lnTo>
                  <a:pt x="2926605" y="1879600"/>
                </a:lnTo>
                <a:lnTo>
                  <a:pt x="2906249" y="1828800"/>
                </a:lnTo>
                <a:lnTo>
                  <a:pt x="2885408" y="1790700"/>
                </a:lnTo>
                <a:lnTo>
                  <a:pt x="2864085" y="1752600"/>
                </a:lnTo>
                <a:lnTo>
                  <a:pt x="2842284" y="1714500"/>
                </a:lnTo>
                <a:lnTo>
                  <a:pt x="2820009" y="1676400"/>
                </a:lnTo>
                <a:lnTo>
                  <a:pt x="2797265" y="1638300"/>
                </a:lnTo>
                <a:lnTo>
                  <a:pt x="2774054" y="1600200"/>
                </a:lnTo>
                <a:lnTo>
                  <a:pt x="2750382" y="1562100"/>
                </a:lnTo>
                <a:lnTo>
                  <a:pt x="2726251" y="1524000"/>
                </a:lnTo>
                <a:lnTo>
                  <a:pt x="2701665" y="1485900"/>
                </a:lnTo>
                <a:lnTo>
                  <a:pt x="2676629" y="1447800"/>
                </a:lnTo>
                <a:lnTo>
                  <a:pt x="2651146" y="1409700"/>
                </a:lnTo>
                <a:lnTo>
                  <a:pt x="2625220" y="1371600"/>
                </a:lnTo>
                <a:lnTo>
                  <a:pt x="2598855" y="1333500"/>
                </a:lnTo>
                <a:lnTo>
                  <a:pt x="2572055" y="1295400"/>
                </a:lnTo>
                <a:lnTo>
                  <a:pt x="2544823" y="1257300"/>
                </a:lnTo>
                <a:lnTo>
                  <a:pt x="2517164" y="1231900"/>
                </a:lnTo>
                <a:lnTo>
                  <a:pt x="2489081" y="1193800"/>
                </a:lnTo>
                <a:lnTo>
                  <a:pt x="2460579" y="1155700"/>
                </a:lnTo>
                <a:lnTo>
                  <a:pt x="2431661" y="1117600"/>
                </a:lnTo>
                <a:lnTo>
                  <a:pt x="2402330" y="1092200"/>
                </a:lnTo>
                <a:lnTo>
                  <a:pt x="2372591" y="1054100"/>
                </a:lnTo>
                <a:lnTo>
                  <a:pt x="2342449" y="1016000"/>
                </a:lnTo>
                <a:lnTo>
                  <a:pt x="2311905" y="990600"/>
                </a:lnTo>
                <a:lnTo>
                  <a:pt x="2280965" y="952500"/>
                </a:lnTo>
                <a:lnTo>
                  <a:pt x="2249632" y="927100"/>
                </a:lnTo>
                <a:lnTo>
                  <a:pt x="2217910" y="889000"/>
                </a:lnTo>
                <a:lnTo>
                  <a:pt x="2185804" y="863600"/>
                </a:lnTo>
                <a:lnTo>
                  <a:pt x="2153316" y="825500"/>
                </a:lnTo>
                <a:lnTo>
                  <a:pt x="2087211" y="774700"/>
                </a:lnTo>
                <a:lnTo>
                  <a:pt x="2053603" y="736600"/>
                </a:lnTo>
                <a:lnTo>
                  <a:pt x="1985293" y="685800"/>
                </a:lnTo>
                <a:lnTo>
                  <a:pt x="1950599" y="647700"/>
                </a:lnTo>
                <a:lnTo>
                  <a:pt x="1880152" y="596900"/>
                </a:lnTo>
                <a:lnTo>
                  <a:pt x="1771893" y="520700"/>
                </a:lnTo>
                <a:lnTo>
                  <a:pt x="1660619" y="444500"/>
                </a:lnTo>
                <a:lnTo>
                  <a:pt x="1546436" y="368300"/>
                </a:lnTo>
                <a:lnTo>
                  <a:pt x="1468749" y="317500"/>
                </a:lnTo>
                <a:lnTo>
                  <a:pt x="1429447" y="304800"/>
                </a:lnTo>
                <a:lnTo>
                  <a:pt x="1349948" y="254000"/>
                </a:lnTo>
                <a:lnTo>
                  <a:pt x="1309757" y="241300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202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1E0E2-DB73-C53D-A68F-88EB469277F5}"/>
              </a:ext>
            </a:extLst>
          </p:cNvPr>
          <p:cNvGrpSpPr/>
          <p:nvPr userDrawn="1"/>
        </p:nvGrpSpPr>
        <p:grpSpPr>
          <a:xfrm>
            <a:off x="3853486" y="151527"/>
            <a:ext cx="1183040" cy="271688"/>
            <a:chOff x="3853486" y="151527"/>
            <a:chExt cx="1183040" cy="271688"/>
          </a:xfrm>
        </p:grpSpPr>
        <p:pic>
          <p:nvPicPr>
            <p:cNvPr id="19" name="bg 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20" name="bg object 20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bg 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22" name="bg object 22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bg 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24" name="bg 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25" name="bg object 25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1C8EB77C-9187-7FB0-C5EF-7B58FF772842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243" y="150368"/>
            <a:ext cx="8649512" cy="643089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B9DEA33A-7E86-E0B9-91F4-A852E4451716}"/>
              </a:ext>
            </a:extLst>
          </p:cNvPr>
          <p:cNvSpPr/>
          <p:nvPr/>
        </p:nvSpPr>
        <p:spPr>
          <a:xfrm>
            <a:off x="1015999" y="2959100"/>
            <a:ext cx="6781800" cy="3086100"/>
          </a:xfrm>
          <a:custGeom>
            <a:avLst/>
            <a:gdLst/>
            <a:ahLst/>
            <a:cxnLst/>
            <a:rect l="l" t="t" r="r" b="b"/>
            <a:pathLst>
              <a:path w="6781800" h="3086100">
                <a:moveTo>
                  <a:pt x="6616700" y="0"/>
                </a:moveTo>
                <a:lnTo>
                  <a:pt x="165100" y="0"/>
                </a:lnTo>
                <a:lnTo>
                  <a:pt x="121208" y="5897"/>
                </a:lnTo>
                <a:lnTo>
                  <a:pt x="81769" y="22540"/>
                </a:lnTo>
                <a:lnTo>
                  <a:pt x="48355" y="48355"/>
                </a:lnTo>
                <a:lnTo>
                  <a:pt x="22540" y="81769"/>
                </a:lnTo>
                <a:lnTo>
                  <a:pt x="5897" y="121208"/>
                </a:lnTo>
                <a:lnTo>
                  <a:pt x="0" y="165100"/>
                </a:lnTo>
                <a:lnTo>
                  <a:pt x="0" y="2921000"/>
                </a:lnTo>
                <a:lnTo>
                  <a:pt x="5897" y="2964891"/>
                </a:lnTo>
                <a:lnTo>
                  <a:pt x="22540" y="3004330"/>
                </a:lnTo>
                <a:lnTo>
                  <a:pt x="48355" y="3037744"/>
                </a:lnTo>
                <a:lnTo>
                  <a:pt x="81769" y="3063559"/>
                </a:lnTo>
                <a:lnTo>
                  <a:pt x="121208" y="3080202"/>
                </a:lnTo>
                <a:lnTo>
                  <a:pt x="165100" y="3086100"/>
                </a:lnTo>
                <a:lnTo>
                  <a:pt x="6616700" y="3086100"/>
                </a:lnTo>
                <a:lnTo>
                  <a:pt x="6660591" y="3080202"/>
                </a:lnTo>
                <a:lnTo>
                  <a:pt x="6700030" y="3063559"/>
                </a:lnTo>
                <a:lnTo>
                  <a:pt x="6733444" y="3037744"/>
                </a:lnTo>
                <a:lnTo>
                  <a:pt x="6759259" y="3004330"/>
                </a:lnTo>
                <a:lnTo>
                  <a:pt x="6775902" y="2964891"/>
                </a:lnTo>
                <a:lnTo>
                  <a:pt x="6781800" y="2921000"/>
                </a:lnTo>
                <a:lnTo>
                  <a:pt x="6781800" y="165100"/>
                </a:lnTo>
                <a:lnTo>
                  <a:pt x="6775902" y="121208"/>
                </a:lnTo>
                <a:lnTo>
                  <a:pt x="6759259" y="81769"/>
                </a:lnTo>
                <a:lnTo>
                  <a:pt x="6733444" y="48355"/>
                </a:lnTo>
                <a:lnTo>
                  <a:pt x="6700030" y="22540"/>
                </a:lnTo>
                <a:lnTo>
                  <a:pt x="6660591" y="5897"/>
                </a:lnTo>
                <a:lnTo>
                  <a:pt x="6616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C2D7259-EC34-38EF-8280-BEAC41B8F1E4}"/>
              </a:ext>
            </a:extLst>
          </p:cNvPr>
          <p:cNvSpPr/>
          <p:nvPr/>
        </p:nvSpPr>
        <p:spPr>
          <a:xfrm>
            <a:off x="1063288" y="938166"/>
            <a:ext cx="2197100" cy="457200"/>
          </a:xfrm>
          <a:custGeom>
            <a:avLst/>
            <a:gdLst/>
            <a:ahLst/>
            <a:cxnLst/>
            <a:rect l="l" t="t" r="r" b="b"/>
            <a:pathLst>
              <a:path w="2197100" h="457200">
                <a:moveTo>
                  <a:pt x="2118512" y="0"/>
                </a:moveTo>
                <a:lnTo>
                  <a:pt x="78054" y="0"/>
                </a:lnTo>
                <a:lnTo>
                  <a:pt x="47673" y="6132"/>
                </a:lnTo>
                <a:lnTo>
                  <a:pt x="22863" y="22856"/>
                </a:lnTo>
                <a:lnTo>
                  <a:pt x="6134" y="47663"/>
                </a:lnTo>
                <a:lnTo>
                  <a:pt x="0" y="78041"/>
                </a:lnTo>
                <a:lnTo>
                  <a:pt x="0" y="379158"/>
                </a:lnTo>
                <a:lnTo>
                  <a:pt x="6134" y="409536"/>
                </a:lnTo>
                <a:lnTo>
                  <a:pt x="22863" y="434343"/>
                </a:lnTo>
                <a:lnTo>
                  <a:pt x="47673" y="451067"/>
                </a:lnTo>
                <a:lnTo>
                  <a:pt x="78054" y="457200"/>
                </a:lnTo>
                <a:lnTo>
                  <a:pt x="2118512" y="457200"/>
                </a:lnTo>
                <a:lnTo>
                  <a:pt x="2148890" y="451067"/>
                </a:lnTo>
                <a:lnTo>
                  <a:pt x="2173697" y="434343"/>
                </a:lnTo>
                <a:lnTo>
                  <a:pt x="2190421" y="409536"/>
                </a:lnTo>
                <a:lnTo>
                  <a:pt x="2196553" y="379158"/>
                </a:lnTo>
                <a:lnTo>
                  <a:pt x="2196553" y="78041"/>
                </a:lnTo>
                <a:lnTo>
                  <a:pt x="2190421" y="47663"/>
                </a:lnTo>
                <a:lnTo>
                  <a:pt x="2173697" y="22856"/>
                </a:lnTo>
                <a:lnTo>
                  <a:pt x="2148890" y="6132"/>
                </a:lnTo>
                <a:lnTo>
                  <a:pt x="2118512" y="0"/>
                </a:lnTo>
                <a:close/>
              </a:path>
            </a:pathLst>
          </a:custGeom>
          <a:solidFill>
            <a:srgbClr val="0028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1DA4AC31-A0F8-3ED6-A696-B41738EC4F3C}"/>
              </a:ext>
            </a:extLst>
          </p:cNvPr>
          <p:cNvSpPr/>
          <p:nvPr/>
        </p:nvSpPr>
        <p:spPr>
          <a:xfrm>
            <a:off x="1016000" y="5130800"/>
            <a:ext cx="4318000" cy="927100"/>
          </a:xfrm>
          <a:custGeom>
            <a:avLst/>
            <a:gdLst/>
            <a:ahLst/>
            <a:cxnLst/>
            <a:rect l="l" t="t" r="r" b="b"/>
            <a:pathLst>
              <a:path w="4318000" h="927100">
                <a:moveTo>
                  <a:pt x="914400" y="0"/>
                </a:moveTo>
                <a:lnTo>
                  <a:pt x="0" y="0"/>
                </a:lnTo>
                <a:lnTo>
                  <a:pt x="0" y="751027"/>
                </a:lnTo>
                <a:lnTo>
                  <a:pt x="5829" y="794461"/>
                </a:lnTo>
                <a:lnTo>
                  <a:pt x="22301" y="833488"/>
                </a:lnTo>
                <a:lnTo>
                  <a:pt x="47853" y="866546"/>
                </a:lnTo>
                <a:lnTo>
                  <a:pt x="80911" y="892098"/>
                </a:lnTo>
                <a:lnTo>
                  <a:pt x="119938" y="908570"/>
                </a:lnTo>
                <a:lnTo>
                  <a:pt x="163372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  <a:path w="4318000" h="927100">
                <a:moveTo>
                  <a:pt x="4318000" y="0"/>
                </a:moveTo>
                <a:lnTo>
                  <a:pt x="3390900" y="0"/>
                </a:lnTo>
                <a:lnTo>
                  <a:pt x="3390900" y="927100"/>
                </a:lnTo>
                <a:lnTo>
                  <a:pt x="4318000" y="927100"/>
                </a:lnTo>
                <a:lnTo>
                  <a:pt x="4318000" y="0"/>
                </a:lnTo>
                <a:close/>
              </a:path>
            </a:pathLst>
          </a:custGeom>
          <a:solidFill>
            <a:srgbClr val="004B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B5ABFD7C-798B-5E84-B289-02E1CB3FA742}"/>
              </a:ext>
            </a:extLst>
          </p:cNvPr>
          <p:cNvSpPr/>
          <p:nvPr/>
        </p:nvSpPr>
        <p:spPr>
          <a:xfrm>
            <a:off x="1930400" y="5130800"/>
            <a:ext cx="5867400" cy="914400"/>
          </a:xfrm>
          <a:custGeom>
            <a:avLst/>
            <a:gdLst/>
            <a:ahLst/>
            <a:cxnLst/>
            <a:rect l="l" t="t" r="r" b="b"/>
            <a:pathLst>
              <a:path w="5867400" h="914400">
                <a:moveTo>
                  <a:pt x="2476500" y="0"/>
                </a:moveTo>
                <a:lnTo>
                  <a:pt x="0" y="0"/>
                </a:lnTo>
                <a:lnTo>
                  <a:pt x="0" y="914400"/>
                </a:lnTo>
                <a:lnTo>
                  <a:pt x="2476500" y="914400"/>
                </a:lnTo>
                <a:lnTo>
                  <a:pt x="2476500" y="0"/>
                </a:lnTo>
                <a:close/>
              </a:path>
              <a:path w="5867400" h="914400">
                <a:moveTo>
                  <a:pt x="5867387" y="0"/>
                </a:moveTo>
                <a:lnTo>
                  <a:pt x="3403587" y="0"/>
                </a:lnTo>
                <a:lnTo>
                  <a:pt x="3403587" y="914400"/>
                </a:lnTo>
                <a:lnTo>
                  <a:pt x="5720956" y="914400"/>
                </a:lnTo>
                <a:lnTo>
                  <a:pt x="5767248" y="906945"/>
                </a:lnTo>
                <a:lnTo>
                  <a:pt x="5807443" y="886155"/>
                </a:lnTo>
                <a:lnTo>
                  <a:pt x="5839142" y="854456"/>
                </a:lnTo>
                <a:lnTo>
                  <a:pt x="5859932" y="814260"/>
                </a:lnTo>
                <a:lnTo>
                  <a:pt x="5867387" y="767969"/>
                </a:lnTo>
                <a:lnTo>
                  <a:pt x="5867387" y="0"/>
                </a:lnTo>
                <a:close/>
              </a:path>
            </a:pathLst>
          </a:custGeom>
          <a:solidFill>
            <a:srgbClr val="8AE0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39DFB555-7063-6436-3773-5B1E3DAC5EFF}"/>
              </a:ext>
            </a:extLst>
          </p:cNvPr>
          <p:cNvSpPr/>
          <p:nvPr/>
        </p:nvSpPr>
        <p:spPr>
          <a:xfrm>
            <a:off x="1240996" y="5340313"/>
            <a:ext cx="464820" cy="461645"/>
          </a:xfrm>
          <a:custGeom>
            <a:avLst/>
            <a:gdLst/>
            <a:ahLst/>
            <a:cxnLst/>
            <a:rect l="l" t="t" r="r" b="b"/>
            <a:pathLst>
              <a:path w="464819" h="461645">
                <a:moveTo>
                  <a:pt x="403644" y="70523"/>
                </a:moveTo>
                <a:lnTo>
                  <a:pt x="0" y="70523"/>
                </a:lnTo>
                <a:lnTo>
                  <a:pt x="0" y="461137"/>
                </a:lnTo>
                <a:lnTo>
                  <a:pt x="390613" y="461137"/>
                </a:lnTo>
                <a:lnTo>
                  <a:pt x="390613" y="420992"/>
                </a:lnTo>
                <a:lnTo>
                  <a:pt x="39065" y="420992"/>
                </a:lnTo>
                <a:lnTo>
                  <a:pt x="39065" y="342874"/>
                </a:lnTo>
                <a:lnTo>
                  <a:pt x="99941" y="342874"/>
                </a:lnTo>
                <a:lnTo>
                  <a:pt x="81860" y="330615"/>
                </a:lnTo>
                <a:lnTo>
                  <a:pt x="63877" y="303243"/>
                </a:lnTo>
                <a:lnTo>
                  <a:pt x="51968" y="266665"/>
                </a:lnTo>
                <a:lnTo>
                  <a:pt x="44880" y="221888"/>
                </a:lnTo>
                <a:lnTo>
                  <a:pt x="41360" y="169918"/>
                </a:lnTo>
                <a:lnTo>
                  <a:pt x="40157" y="111760"/>
                </a:lnTo>
                <a:lnTo>
                  <a:pt x="403740" y="111760"/>
                </a:lnTo>
                <a:lnTo>
                  <a:pt x="403644" y="70523"/>
                </a:lnTo>
                <a:close/>
              </a:path>
              <a:path w="464819" h="461645">
                <a:moveTo>
                  <a:pt x="390613" y="393865"/>
                </a:moveTo>
                <a:lnTo>
                  <a:pt x="348297" y="393865"/>
                </a:lnTo>
                <a:lnTo>
                  <a:pt x="348297" y="420992"/>
                </a:lnTo>
                <a:lnTo>
                  <a:pt x="390613" y="420992"/>
                </a:lnTo>
                <a:lnTo>
                  <a:pt x="390613" y="393865"/>
                </a:lnTo>
                <a:close/>
              </a:path>
              <a:path w="464819" h="461645">
                <a:moveTo>
                  <a:pt x="99941" y="342874"/>
                </a:moveTo>
                <a:lnTo>
                  <a:pt x="39065" y="342874"/>
                </a:lnTo>
                <a:lnTo>
                  <a:pt x="56813" y="364113"/>
                </a:lnTo>
                <a:lnTo>
                  <a:pt x="79344" y="380166"/>
                </a:lnTo>
                <a:lnTo>
                  <a:pt x="106964" y="390321"/>
                </a:lnTo>
                <a:lnTo>
                  <a:pt x="139979" y="393865"/>
                </a:lnTo>
                <a:lnTo>
                  <a:pt x="464400" y="393865"/>
                </a:lnTo>
                <a:lnTo>
                  <a:pt x="464400" y="353720"/>
                </a:lnTo>
                <a:lnTo>
                  <a:pt x="141058" y="353720"/>
                </a:lnTo>
                <a:lnTo>
                  <a:pt x="107170" y="347776"/>
                </a:lnTo>
                <a:lnTo>
                  <a:pt x="99941" y="342874"/>
                </a:lnTo>
                <a:close/>
              </a:path>
              <a:path w="464819" h="461645">
                <a:moveTo>
                  <a:pt x="403740" y="111760"/>
                </a:moveTo>
                <a:lnTo>
                  <a:pt x="363486" y="111760"/>
                </a:lnTo>
                <a:lnTo>
                  <a:pt x="363964" y="167339"/>
                </a:lnTo>
                <a:lnTo>
                  <a:pt x="366277" y="221888"/>
                </a:lnTo>
                <a:lnTo>
                  <a:pt x="371691" y="272612"/>
                </a:lnTo>
                <a:lnTo>
                  <a:pt x="381545" y="317410"/>
                </a:lnTo>
                <a:lnTo>
                  <a:pt x="397129" y="353720"/>
                </a:lnTo>
                <a:lnTo>
                  <a:pt x="464400" y="353720"/>
                </a:lnTo>
                <a:lnTo>
                  <a:pt x="438804" y="342408"/>
                </a:lnTo>
                <a:lnTo>
                  <a:pt x="421646" y="311686"/>
                </a:lnTo>
                <a:lnTo>
                  <a:pt x="411305" y="266665"/>
                </a:lnTo>
                <a:lnTo>
                  <a:pt x="411238" y="266376"/>
                </a:lnTo>
                <a:lnTo>
                  <a:pt x="405894" y="211299"/>
                </a:lnTo>
                <a:lnTo>
                  <a:pt x="403925" y="151278"/>
                </a:lnTo>
                <a:lnTo>
                  <a:pt x="403740" y="111760"/>
                </a:lnTo>
                <a:close/>
              </a:path>
              <a:path w="464819" h="461645">
                <a:moveTo>
                  <a:pt x="201815" y="0"/>
                </a:moveTo>
                <a:lnTo>
                  <a:pt x="161993" y="4916"/>
                </a:lnTo>
                <a:lnTo>
                  <a:pt x="126544" y="18988"/>
                </a:lnTo>
                <a:lnTo>
                  <a:pt x="96993" y="41196"/>
                </a:lnTo>
                <a:lnTo>
                  <a:pt x="74866" y="70523"/>
                </a:lnTo>
                <a:lnTo>
                  <a:pt x="124790" y="70523"/>
                </a:lnTo>
                <a:lnTo>
                  <a:pt x="142315" y="56619"/>
                </a:lnTo>
                <a:lnTo>
                  <a:pt x="161674" y="47194"/>
                </a:lnTo>
                <a:lnTo>
                  <a:pt x="181847" y="41839"/>
                </a:lnTo>
                <a:lnTo>
                  <a:pt x="201815" y="40144"/>
                </a:lnTo>
                <a:lnTo>
                  <a:pt x="305250" y="40144"/>
                </a:lnTo>
                <a:lnTo>
                  <a:pt x="277098" y="18988"/>
                </a:lnTo>
                <a:lnTo>
                  <a:pt x="241645" y="4916"/>
                </a:lnTo>
                <a:lnTo>
                  <a:pt x="201815" y="0"/>
                </a:lnTo>
                <a:close/>
              </a:path>
              <a:path w="464819" h="461645">
                <a:moveTo>
                  <a:pt x="305250" y="40144"/>
                </a:moveTo>
                <a:lnTo>
                  <a:pt x="201815" y="40144"/>
                </a:lnTo>
                <a:lnTo>
                  <a:pt x="221335" y="41839"/>
                </a:lnTo>
                <a:lnTo>
                  <a:pt x="241563" y="47194"/>
                </a:lnTo>
                <a:lnTo>
                  <a:pt x="261176" y="56619"/>
                </a:lnTo>
                <a:lnTo>
                  <a:pt x="278853" y="70523"/>
                </a:lnTo>
                <a:lnTo>
                  <a:pt x="328777" y="70523"/>
                </a:lnTo>
                <a:lnTo>
                  <a:pt x="306650" y="41196"/>
                </a:lnTo>
                <a:lnTo>
                  <a:pt x="305250" y="40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A6F58DB-BD72-F96F-2E30-7684265ED3DF}"/>
              </a:ext>
            </a:extLst>
          </p:cNvPr>
          <p:cNvGrpSpPr/>
          <p:nvPr userDrawn="1"/>
        </p:nvGrpSpPr>
        <p:grpSpPr>
          <a:xfrm>
            <a:off x="4693196" y="5377594"/>
            <a:ext cx="354965" cy="433705"/>
            <a:chOff x="4693196" y="5377594"/>
            <a:chExt cx="354965" cy="433705"/>
          </a:xfrm>
        </p:grpSpPr>
        <p:sp>
          <p:nvSpPr>
            <p:cNvPr id="32" name="object 16">
              <a:extLst>
                <a:ext uri="{FF2B5EF4-FFF2-40B4-BE49-F238E27FC236}">
                  <a16:creationId xmlns:a16="http://schemas.microsoft.com/office/drawing/2014/main" id="{1C2DD787-FF4E-A293-8753-BE754D30CA12}"/>
                </a:ext>
              </a:extLst>
            </p:cNvPr>
            <p:cNvSpPr/>
            <p:nvPr/>
          </p:nvSpPr>
          <p:spPr>
            <a:xfrm>
              <a:off x="4693196" y="5377594"/>
              <a:ext cx="354965" cy="433705"/>
            </a:xfrm>
            <a:custGeom>
              <a:avLst/>
              <a:gdLst/>
              <a:ahLst/>
              <a:cxnLst/>
              <a:rect l="l" t="t" r="r" b="b"/>
              <a:pathLst>
                <a:path w="354964" h="433704">
                  <a:moveTo>
                    <a:pt x="177253" y="0"/>
                  </a:moveTo>
                  <a:lnTo>
                    <a:pt x="130363" y="6456"/>
                  </a:lnTo>
                  <a:lnTo>
                    <a:pt x="88085" y="24645"/>
                  </a:lnTo>
                  <a:lnTo>
                    <a:pt x="52165" y="52793"/>
                  </a:lnTo>
                  <a:lnTo>
                    <a:pt x="24347" y="89129"/>
                  </a:lnTo>
                  <a:lnTo>
                    <a:pt x="6377" y="131880"/>
                  </a:lnTo>
                  <a:lnTo>
                    <a:pt x="0" y="179273"/>
                  </a:lnTo>
                  <a:lnTo>
                    <a:pt x="8834" y="234161"/>
                  </a:lnTo>
                  <a:lnTo>
                    <a:pt x="8885" y="234477"/>
                  </a:lnTo>
                  <a:lnTo>
                    <a:pt x="31891" y="285412"/>
                  </a:lnTo>
                  <a:lnTo>
                    <a:pt x="63544" y="330660"/>
                  </a:lnTo>
                  <a:lnTo>
                    <a:pt x="98368" y="368803"/>
                  </a:lnTo>
                  <a:lnTo>
                    <a:pt x="130888" y="398424"/>
                  </a:lnTo>
                  <a:lnTo>
                    <a:pt x="167119" y="426427"/>
                  </a:lnTo>
                  <a:lnTo>
                    <a:pt x="177253" y="433514"/>
                  </a:lnTo>
                  <a:lnTo>
                    <a:pt x="187388" y="426427"/>
                  </a:lnTo>
                  <a:lnTo>
                    <a:pt x="198804" y="418104"/>
                  </a:lnTo>
                  <a:lnTo>
                    <a:pt x="223619" y="398248"/>
                  </a:lnTo>
                  <a:lnTo>
                    <a:pt x="234890" y="387934"/>
                  </a:lnTo>
                  <a:lnTo>
                    <a:pt x="177253" y="387934"/>
                  </a:lnTo>
                  <a:lnTo>
                    <a:pt x="149385" y="365649"/>
                  </a:lnTo>
                  <a:lnTo>
                    <a:pt x="112815" y="330966"/>
                  </a:lnTo>
                  <a:lnTo>
                    <a:pt x="76101" y="286560"/>
                  </a:lnTo>
                  <a:lnTo>
                    <a:pt x="47797" y="235104"/>
                  </a:lnTo>
                  <a:lnTo>
                    <a:pt x="36461" y="179273"/>
                  </a:lnTo>
                  <a:lnTo>
                    <a:pt x="43616" y="134578"/>
                  </a:lnTo>
                  <a:lnTo>
                    <a:pt x="63559" y="95669"/>
                  </a:lnTo>
                  <a:lnTo>
                    <a:pt x="94003" y="64928"/>
                  </a:lnTo>
                  <a:lnTo>
                    <a:pt x="132663" y="44737"/>
                  </a:lnTo>
                  <a:lnTo>
                    <a:pt x="177253" y="37477"/>
                  </a:lnTo>
                  <a:lnTo>
                    <a:pt x="283178" y="37477"/>
                  </a:lnTo>
                  <a:lnTo>
                    <a:pt x="266422" y="24419"/>
                  </a:lnTo>
                  <a:lnTo>
                    <a:pt x="224310" y="6456"/>
                  </a:lnTo>
                  <a:lnTo>
                    <a:pt x="224662" y="6456"/>
                  </a:lnTo>
                  <a:lnTo>
                    <a:pt x="177253" y="0"/>
                  </a:lnTo>
                  <a:close/>
                </a:path>
                <a:path w="354964" h="433704">
                  <a:moveTo>
                    <a:pt x="283178" y="37477"/>
                  </a:moveTo>
                  <a:lnTo>
                    <a:pt x="177253" y="37477"/>
                  </a:lnTo>
                  <a:lnTo>
                    <a:pt x="221844" y="44737"/>
                  </a:lnTo>
                  <a:lnTo>
                    <a:pt x="260504" y="64928"/>
                  </a:lnTo>
                  <a:lnTo>
                    <a:pt x="290948" y="95669"/>
                  </a:lnTo>
                  <a:lnTo>
                    <a:pt x="310890" y="134578"/>
                  </a:lnTo>
                  <a:lnTo>
                    <a:pt x="318046" y="179273"/>
                  </a:lnTo>
                  <a:lnTo>
                    <a:pt x="306710" y="235104"/>
                  </a:lnTo>
                  <a:lnTo>
                    <a:pt x="278406" y="286560"/>
                  </a:lnTo>
                  <a:lnTo>
                    <a:pt x="241691" y="330966"/>
                  </a:lnTo>
                  <a:lnTo>
                    <a:pt x="205122" y="365649"/>
                  </a:lnTo>
                  <a:lnTo>
                    <a:pt x="177253" y="387934"/>
                  </a:lnTo>
                  <a:lnTo>
                    <a:pt x="234890" y="387934"/>
                  </a:lnTo>
                  <a:lnTo>
                    <a:pt x="290963" y="330239"/>
                  </a:lnTo>
                  <a:lnTo>
                    <a:pt x="322615" y="284974"/>
                  </a:lnTo>
                  <a:lnTo>
                    <a:pt x="345622" y="234161"/>
                  </a:lnTo>
                  <a:lnTo>
                    <a:pt x="354507" y="179273"/>
                  </a:lnTo>
                  <a:lnTo>
                    <a:pt x="348177" y="131880"/>
                  </a:lnTo>
                  <a:lnTo>
                    <a:pt x="348130" y="131527"/>
                  </a:lnTo>
                  <a:lnTo>
                    <a:pt x="330160" y="88677"/>
                  </a:lnTo>
                  <a:lnTo>
                    <a:pt x="302342" y="52412"/>
                  </a:lnTo>
                  <a:lnTo>
                    <a:pt x="283178" y="37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17">
              <a:extLst>
                <a:ext uri="{FF2B5EF4-FFF2-40B4-BE49-F238E27FC236}">
                  <a16:creationId xmlns:a16="http://schemas.microsoft.com/office/drawing/2014/main" id="{E3CE0A1A-2405-1A58-E285-1118509DA8C8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1439" y="5463683"/>
              <a:ext cx="159029" cy="80022"/>
            </a:xfrm>
            <a:prstGeom prst="rect">
              <a:avLst/>
            </a:prstGeom>
          </p:spPr>
        </p:pic>
      </p:grpSp>
      <p:pic>
        <p:nvPicPr>
          <p:cNvPr id="34" name="object 13">
            <a:extLst>
              <a:ext uri="{FF2B5EF4-FFF2-40B4-BE49-F238E27FC236}">
                <a16:creationId xmlns:a16="http://schemas.microsoft.com/office/drawing/2014/main" id="{633BCE5A-0CC3-5A20-192E-EFA63C7FCB1C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3707849" y="436445"/>
            <a:ext cx="5182150" cy="5499090"/>
          </a:xfrm>
          <a:prstGeom prst="rect">
            <a:avLst/>
          </a:prstGeom>
          <a:effectLst>
            <a:outerShdw blurRad="259880" dist="83279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1">
          <a:latin typeface="+mj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1D13C9-FFBC-B452-0336-367604159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7BC376-0807-3D2B-1632-2770FFED783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176E48-0402-08D3-1373-8D620ED73811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12045E-A5C0-71B4-8376-E8F528533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BBE0819-15B6-A9E8-54A8-5C85D9B8ABE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2F48D4D-ADBC-2A7C-3AC1-5458F508907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778087E-53D0-3B8D-391C-96880212FC2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0B01AEE-4B8F-D479-9196-0DA7597555E7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9836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Puls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2BBCE7EE-4752-4D81-B4FC-910CE650A845}" vid="{0B66B7A6-3004-4EEC-BDC9-49A8776748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Pulso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Zurlo</dc:creator>
  <cp:lastModifiedBy>Luciano Zurlo</cp:lastModifiedBy>
  <cp:revision>1</cp:revision>
  <dcterms:created xsi:type="dcterms:W3CDTF">2025-12-16T16:46:57Z</dcterms:created>
  <dcterms:modified xsi:type="dcterms:W3CDTF">2025-12-16T16:54:43Z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2025-12-03T00:00:00Z</vt:filetime>
  </property>
  <property fmtid="{D5CDD505-2E9C-101B-9397-08002B2CF9AE}" pid="6" name="Producer">
    <vt:lpwstr>Adobe PDF library 17.00</vt:lpwstr>
  </property>
</Properties>
</file>